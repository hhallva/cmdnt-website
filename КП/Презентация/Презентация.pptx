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9" r:id="rId4"/>
    <p:sldId id="260" r:id="rId5"/>
    <p:sldId id="261" r:id="rId6"/>
    <p:sldId id="262" r:id="rId7"/>
    <p:sldId id="263" r:id="rId8"/>
    <p:sldId id="266" r:id="rId9"/>
    <p:sldId id="264" r:id="rId10"/>
    <p:sldId id="265" r:id="rId11"/>
    <p:sldId id="267" r:id="rId12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A726"/>
    <a:srgbClr val="F4F7FB"/>
    <a:srgbClr val="0A0A0A"/>
    <a:srgbClr val="FFB951"/>
    <a:srgbClr val="CAC8CE"/>
    <a:srgbClr val="92929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3333" autoAdjust="0"/>
  </p:normalViewPr>
  <p:slideViewPr>
    <p:cSldViewPr snapToGrid="0">
      <p:cViewPr>
        <p:scale>
          <a:sx n="100" d="100"/>
          <a:sy n="100" d="100"/>
        </p:scale>
        <p:origin x="324" y="15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8B8380A-9423-2FA2-D5B0-1884D26FF73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8C58BE93-EAB7-280F-4E4E-47DC5C93A69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E8EDCCC-CB26-05BD-EB00-4A466F7C1A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73FD95-13B8-4D9F-981D-7E2051AFE206}" type="datetimeFigureOut">
              <a:rPr lang="ru-RU" smtClean="0"/>
              <a:t>04.12.2025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5E28CEF-2613-447E-A53E-0B077C5C55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E312D2E5-4245-A3E0-986A-AA845A3C9D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AA902-6E3C-42E3-813A-F7B0A3E989A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4918475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8EB4F7E-8AAC-86DB-EDDB-BBAD29251B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3EF1258-D76E-86DB-DD8D-A3EA43D731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5B9CB4EF-8C33-79E9-2955-949B5E16CE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73FD95-13B8-4D9F-981D-7E2051AFE206}" type="datetimeFigureOut">
              <a:rPr lang="ru-RU" smtClean="0"/>
              <a:t>04.12.2025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65E019E2-97A8-9962-D7CB-1E0B42D67F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D13C3A7-7402-86CA-A688-BD198E0A07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AA902-6E3C-42E3-813A-F7B0A3E989A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8263776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1227D42-223C-CEA8-E53A-C05B95640D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F93D0B1-E7FF-6E4D-A4D0-D1A01EAAA0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9F4DBE74-4D71-17C6-CA0A-72CABFCAD9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73FD95-13B8-4D9F-981D-7E2051AFE206}" type="datetimeFigureOut">
              <a:rPr lang="ru-RU" smtClean="0"/>
              <a:t>04.12.2025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6030C87C-5C6A-D94A-7794-EAE815FC8A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1402E7E-6609-FBF0-514C-F9BAC7936E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AA902-6E3C-42E3-813A-F7B0A3E989A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1920836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7D7E511-99A9-4B55-82A6-A73F8C5CA5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CD85C66-692E-F451-2184-8A0EAA3BC79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0A5A45D7-ADC5-59A5-F117-9B68A790185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9CBD10DE-9FA8-E6D5-9D1C-10966A0AAB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73FD95-13B8-4D9F-981D-7E2051AFE206}" type="datetimeFigureOut">
              <a:rPr lang="ru-RU" smtClean="0"/>
              <a:t>04.12.2025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FADCCAC7-E2EB-8727-A432-A2946AEAC1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4232C931-7E70-59B8-BD06-2629946AF6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AA902-6E3C-42E3-813A-F7B0A3E989A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3387132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20552F1-CBC9-5DD3-C255-9B8AB5FAE1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714D7C40-B426-B4B7-8713-0D00C0A524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1E57E514-E9A5-85BF-66C3-A810B7FEDD3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0AFE8D6B-466B-AAFA-2F41-20F8C6E2043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6F473CE1-EFC0-3E97-5C64-25215F61926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1B3B9AD8-2963-5D05-DA6F-26449F08C2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73FD95-13B8-4D9F-981D-7E2051AFE206}" type="datetimeFigureOut">
              <a:rPr lang="ru-RU" smtClean="0"/>
              <a:t>04.12.2025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9990D777-8084-B2C3-6FD5-B72C4932B2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FA383464-126A-CCC4-6D07-1CCDE521C0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AA902-6E3C-42E3-813A-F7B0A3E989A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2729411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4672D1-435A-6695-AAE9-5F924AF2AE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9F82470A-E085-C7C9-6BDF-0D6F06DC5D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73FD95-13B8-4D9F-981D-7E2051AFE206}" type="datetimeFigureOut">
              <a:rPr lang="ru-RU" smtClean="0"/>
              <a:t>04.12.2025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0B6C6E97-CB7E-95D0-F6CE-46AA7187A1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C8D1E3BC-9138-F0BD-25C1-B1EE77962C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AA902-6E3C-42E3-813A-F7B0A3E989A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3699615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34519456-965A-DA34-8428-C1A7DC138D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73FD95-13B8-4D9F-981D-7E2051AFE206}" type="datetimeFigureOut">
              <a:rPr lang="ru-RU" smtClean="0"/>
              <a:t>04.12.2025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BD729651-A699-8B52-EDA2-21A03763D3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0D4FA4E-6223-F4EC-24AB-17720F0FB7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AA902-6E3C-42E3-813A-F7B0A3E989A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842445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F266867-88EA-2FF0-B4B2-69DCC6293A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9775021-FCD5-A2D0-5683-05376AAA91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1BF8C158-A641-C1F7-E093-9E373DCE5E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C302E973-2D7A-19F2-C6AC-E3FD35DDFB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73FD95-13B8-4D9F-981D-7E2051AFE206}" type="datetimeFigureOut">
              <a:rPr lang="ru-RU" smtClean="0"/>
              <a:t>04.12.2025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9F6C5D14-CE5D-82CC-9EDA-6426A88FF9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D0B67F6E-1729-AEA0-F202-9939B031C3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AA902-6E3C-42E3-813A-F7B0A3E989A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1037972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B836381-11AA-8B03-FFF1-465632E98E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E580EA58-73A3-3B60-EB50-ACD1FFC2E4A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9C987F52-A28E-FC4D-6B40-609EB4C8625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538D6CA6-DFEF-8458-D736-A7F6BD9542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73FD95-13B8-4D9F-981D-7E2051AFE206}" type="datetimeFigureOut">
              <a:rPr lang="ru-RU" smtClean="0"/>
              <a:t>04.12.2025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2BE3E6FF-10EC-DE97-017C-F7C03CD276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8B975476-3897-E9A6-7E95-677BD246A2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AA902-6E3C-42E3-813A-F7B0A3E989A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23466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11C38F8-4770-2885-AF17-C5F3FFFF16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89C00799-4BDE-F0FC-444C-0608172216A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9353DAC9-7E3F-D195-057D-0C32D49DC1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73FD95-13B8-4D9F-981D-7E2051AFE206}" type="datetimeFigureOut">
              <a:rPr lang="ru-RU" smtClean="0"/>
              <a:t>04.12.2025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4118733-EC5E-1FF3-7182-EC9B7D2B3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0DFB00AB-1CF5-B41F-84F4-FE741EC69B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AA902-6E3C-42E3-813A-F7B0A3E989A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1727256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69709855-26B2-5DD6-3BDB-9D07932BD5F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0F0A37B5-0ACC-8920-70B8-CDC7DAA89D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F3CC0B8-57C2-B1C8-69B2-D838D6D852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73FD95-13B8-4D9F-981D-7E2051AFE206}" type="datetimeFigureOut">
              <a:rPr lang="ru-RU" smtClean="0"/>
              <a:t>04.12.2025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27FEFB77-1A27-A578-FF6F-A8585369F4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F81010E-3908-1AE9-BAD4-9150E5C2EF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AA902-6E3C-42E3-813A-F7B0A3E989A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5807512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65618BC-B3D9-6BE4-E43A-C9540C1999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4292D365-AB0A-5BBF-6B17-F8C8678F5D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A69308B-300F-DF38-C580-C50C822D755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373FD95-13B8-4D9F-981D-7E2051AFE206}" type="datetimeFigureOut">
              <a:rPr lang="ru-RU" smtClean="0"/>
              <a:t>04.12.2025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576BDA14-0170-9FF8-D6E9-60BB2D5723B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2789941-67FE-9B0F-DDCA-026D8FEB3D5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ACAA902-6E3C-42E3-813A-F7B0A3E989A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71209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microsoft.com/office/2007/relationships/hdphoto" Target="../media/hdphoto1.wdp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microsoft.com/office/2007/relationships/hdphoto" Target="../media/hdphoto2.wdp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2.png"/><Relationship Id="rId2" Type="http://schemas.openxmlformats.org/officeDocument/2006/relationships/image" Target="../media/image1.png"/><Relationship Id="rId16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microsoft.com/office/2007/relationships/hdphoto" Target="../media/hdphoto3.wdp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6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microsoft.com/office/2007/relationships/hdphoto" Target="../media/hdphoto4.wdp"/><Relationship Id="rId18" Type="http://schemas.openxmlformats.org/officeDocument/2006/relationships/image" Target="../media/image22.png"/><Relationship Id="rId26" Type="http://schemas.openxmlformats.org/officeDocument/2006/relationships/image" Target="../media/image29.png"/><Relationship Id="rId3" Type="http://schemas.openxmlformats.org/officeDocument/2006/relationships/image" Target="../media/image2.png"/><Relationship Id="rId21" Type="http://schemas.openxmlformats.org/officeDocument/2006/relationships/image" Target="../media/image24.png"/><Relationship Id="rId7" Type="http://schemas.openxmlformats.org/officeDocument/2006/relationships/image" Target="../media/image6.png"/><Relationship Id="rId12" Type="http://schemas.openxmlformats.org/officeDocument/2006/relationships/image" Target="../media/image17.png"/><Relationship Id="rId17" Type="http://schemas.openxmlformats.org/officeDocument/2006/relationships/image" Target="../media/image21.png"/><Relationship Id="rId25" Type="http://schemas.openxmlformats.org/officeDocument/2006/relationships/image" Target="../media/image28.svg"/><Relationship Id="rId2" Type="http://schemas.openxmlformats.org/officeDocument/2006/relationships/image" Target="../media/image1.png"/><Relationship Id="rId16" Type="http://schemas.openxmlformats.org/officeDocument/2006/relationships/image" Target="../media/image20.png"/><Relationship Id="rId20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24" Type="http://schemas.openxmlformats.org/officeDocument/2006/relationships/image" Target="../media/image27.png"/><Relationship Id="rId5" Type="http://schemas.openxmlformats.org/officeDocument/2006/relationships/image" Target="../media/image4.png"/><Relationship Id="rId15" Type="http://schemas.openxmlformats.org/officeDocument/2006/relationships/image" Target="../media/image19.png"/><Relationship Id="rId23" Type="http://schemas.openxmlformats.org/officeDocument/2006/relationships/image" Target="../media/image26.png"/><Relationship Id="rId28" Type="http://schemas.openxmlformats.org/officeDocument/2006/relationships/image" Target="../media/image31.png"/><Relationship Id="rId10" Type="http://schemas.openxmlformats.org/officeDocument/2006/relationships/image" Target="../media/image9.png"/><Relationship Id="rId19" Type="http://schemas.microsoft.com/office/2007/relationships/hdphoto" Target="../media/hdphoto5.wdp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8.png"/><Relationship Id="rId22" Type="http://schemas.openxmlformats.org/officeDocument/2006/relationships/image" Target="../media/image25.png"/><Relationship Id="rId27" Type="http://schemas.openxmlformats.org/officeDocument/2006/relationships/image" Target="../media/image30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3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34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3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image" Target="../media/image36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35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microsoft.com/office/2007/relationships/hdphoto" Target="../media/hdphoto1.wdp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Прямоугольник 41">
            <a:extLst>
              <a:ext uri="{FF2B5EF4-FFF2-40B4-BE49-F238E27FC236}">
                <a16:creationId xmlns:a16="http://schemas.microsoft.com/office/drawing/2014/main" id="{86810730-EE25-C82A-F25F-69F64D056E84}"/>
              </a:ext>
            </a:extLst>
          </p:cNvPr>
          <p:cNvSpPr/>
          <p:nvPr/>
        </p:nvSpPr>
        <p:spPr>
          <a:xfrm>
            <a:off x="-1" y="-4281"/>
            <a:ext cx="762000" cy="6858000"/>
          </a:xfrm>
          <a:prstGeom prst="rect">
            <a:avLst/>
          </a:prstGeom>
          <a:solidFill>
            <a:srgbClr val="FFA72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Прямоугольник: скругленные углы 8">
            <a:extLst>
              <a:ext uri="{FF2B5EF4-FFF2-40B4-BE49-F238E27FC236}">
                <a16:creationId xmlns:a16="http://schemas.microsoft.com/office/drawing/2014/main" id="{61B28579-0E83-DC4D-20CD-2F2689BCC7D2}"/>
              </a:ext>
            </a:extLst>
          </p:cNvPr>
          <p:cNvSpPr/>
          <p:nvPr/>
        </p:nvSpPr>
        <p:spPr>
          <a:xfrm>
            <a:off x="1041394" y="6188619"/>
            <a:ext cx="10960105" cy="560572"/>
          </a:xfrm>
          <a:prstGeom prst="roundRect">
            <a:avLst>
              <a:gd name="adj" fmla="val 4689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Прямоугольник: скругленные углы 5">
            <a:extLst>
              <a:ext uri="{FF2B5EF4-FFF2-40B4-BE49-F238E27FC236}">
                <a16:creationId xmlns:a16="http://schemas.microsoft.com/office/drawing/2014/main" id="{6B01AE6A-EB93-06DA-C4AA-74A5829AEFAB}"/>
              </a:ext>
            </a:extLst>
          </p:cNvPr>
          <p:cNvSpPr/>
          <p:nvPr/>
        </p:nvSpPr>
        <p:spPr>
          <a:xfrm>
            <a:off x="1041394" y="2425796"/>
            <a:ext cx="10960105" cy="1107666"/>
          </a:xfrm>
          <a:prstGeom prst="roundRect">
            <a:avLst>
              <a:gd name="adj" fmla="val 4689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4" name="Прямоугольник: скругленные углы 3">
            <a:extLst>
              <a:ext uri="{FF2B5EF4-FFF2-40B4-BE49-F238E27FC236}">
                <a16:creationId xmlns:a16="http://schemas.microsoft.com/office/drawing/2014/main" id="{29863163-E171-A978-8A22-465A8E7589A2}"/>
              </a:ext>
            </a:extLst>
          </p:cNvPr>
          <p:cNvSpPr/>
          <p:nvPr/>
        </p:nvSpPr>
        <p:spPr>
          <a:xfrm>
            <a:off x="1041394" y="13983"/>
            <a:ext cx="10960105" cy="2202153"/>
          </a:xfrm>
          <a:prstGeom prst="roundRect">
            <a:avLst>
              <a:gd name="adj" fmla="val 4689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BD18954-7DD0-52DE-0C60-B75A128D2E7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49446" y="168909"/>
            <a:ext cx="9144000" cy="1892300"/>
          </a:xfrm>
        </p:spPr>
        <p:txBody>
          <a:bodyPr>
            <a:normAutofit fontScale="90000"/>
          </a:bodyPr>
          <a:lstStyle/>
          <a:p>
            <a:r>
              <a:rPr lang="ru-RU" sz="1800" dirty="0">
                <a:latin typeface="Comfortaa Medium" pitchFamily="2" charset="0"/>
              </a:rPr>
              <a:t>ФЕДЕРАЛЬНОЕ ГОСУДАРСТВЕННОЕ БЮДЖЕТНОЕ ОБРАЗОВАТЕЛЬНОЕ</a:t>
            </a:r>
            <a:br>
              <a:rPr lang="ru-RU" sz="1800" dirty="0">
                <a:latin typeface="Comfortaa Medium" pitchFamily="2" charset="0"/>
              </a:rPr>
            </a:br>
            <a:r>
              <a:rPr lang="ru-RU" sz="1800" dirty="0">
                <a:latin typeface="Comfortaa Medium" pitchFamily="2" charset="0"/>
              </a:rPr>
              <a:t>УЧРЕЖДЕНИЕ ВЫСШЕГО ОБРАЗОВАНИЯ</a:t>
            </a:r>
            <a:br>
              <a:rPr lang="ru-RU" sz="1800" dirty="0">
                <a:latin typeface="Comfortaa Medium" pitchFamily="2" charset="0"/>
              </a:rPr>
            </a:br>
            <a:r>
              <a:rPr lang="ru-RU" sz="1800" dirty="0">
                <a:latin typeface="Comfortaa Medium" pitchFamily="2" charset="0"/>
              </a:rPr>
              <a:t>«САНКТ-ПЕТЕРБУРГСКИЙ ГОСУДАРСТВЕННЫЙ УНИВЕРСИТЕТ</a:t>
            </a:r>
            <a:br>
              <a:rPr lang="ru-RU" sz="1800" dirty="0">
                <a:latin typeface="Comfortaa Medium" pitchFamily="2" charset="0"/>
              </a:rPr>
            </a:br>
            <a:r>
              <a:rPr lang="ru-RU" sz="1800" dirty="0">
                <a:latin typeface="Comfortaa Medium" pitchFamily="2" charset="0"/>
              </a:rPr>
              <a:t>ТЕЛЕКОММУНИКАЦИЙ ИМ. ПРОФ. М.А. БОНЧ-БРУЕВИЧА»</a:t>
            </a:r>
            <a:br>
              <a:rPr lang="ru-RU" sz="1800" dirty="0">
                <a:latin typeface="Comfortaa Medium" pitchFamily="2" charset="0"/>
              </a:rPr>
            </a:br>
            <a:r>
              <a:rPr lang="ru-RU" sz="1800" dirty="0">
                <a:latin typeface="Comfortaa Medium" pitchFamily="2" charset="0"/>
              </a:rPr>
              <a:t>(СПбГУТ)</a:t>
            </a:r>
            <a:br>
              <a:rPr lang="ru-RU" sz="1800" dirty="0">
                <a:latin typeface="Comfortaa Medium" pitchFamily="2" charset="0"/>
              </a:rPr>
            </a:br>
            <a:r>
              <a:rPr lang="ru-RU" sz="1800" dirty="0">
                <a:latin typeface="Comfortaa Medium" pitchFamily="2" charset="0"/>
              </a:rPr>
              <a:t>АРХАНГЕЛЬСКИЙ КОЛЛЕДЖ ТЕЛЕКОММУНИКАЦИЙ</a:t>
            </a:r>
            <a:br>
              <a:rPr lang="ru-RU" sz="1800" dirty="0">
                <a:latin typeface="Comfortaa Medium" pitchFamily="2" charset="0"/>
              </a:rPr>
            </a:br>
            <a:r>
              <a:rPr lang="ru-RU" sz="1800" dirty="0">
                <a:latin typeface="Comfortaa Medium" pitchFamily="2" charset="0"/>
              </a:rPr>
              <a:t>ИМ. Б.Л. РОЗИНГА (ФИЛИАЛ) СПбГУТ</a:t>
            </a:r>
            <a:br>
              <a:rPr lang="ru-RU" sz="1800" dirty="0">
                <a:latin typeface="Comfortaa Medium" pitchFamily="2" charset="0"/>
              </a:rPr>
            </a:br>
            <a:r>
              <a:rPr lang="ru-RU" sz="1800" dirty="0">
                <a:latin typeface="Comfortaa Medium" pitchFamily="2" charset="0"/>
              </a:rPr>
              <a:t>(АКТ (ф) СПбГУТ)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C299979F-6AA7-C464-4AF4-8E89AFD4ACC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949445" y="2534539"/>
            <a:ext cx="9144000" cy="890180"/>
          </a:xfrm>
        </p:spPr>
        <p:txBody>
          <a:bodyPr>
            <a:normAutofit fontScale="85000" lnSpcReduction="10000"/>
          </a:bodyPr>
          <a:lstStyle/>
          <a:p>
            <a:r>
              <a:rPr lang="ru-RU" sz="3200" dirty="0">
                <a:latin typeface="Comfortaa Medium" pitchFamily="2" charset="0"/>
              </a:rPr>
              <a:t>КУРСОВОЙ ПРОЕКТ</a:t>
            </a:r>
          </a:p>
          <a:p>
            <a:r>
              <a:rPr lang="ru-RU" dirty="0">
                <a:latin typeface="Comfortaa Medium" pitchFamily="2" charset="0"/>
              </a:rPr>
              <a:t>УЧЕТ НОМЕРНОГО ФОНДА СТУДЕНЧЕСКОГО ОБЩЕЖИТИЯ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06309C8-674B-A8BA-0E7B-5BBFD76179BB}"/>
              </a:ext>
            </a:extLst>
          </p:cNvPr>
          <p:cNvSpPr txBox="1"/>
          <p:nvPr/>
        </p:nvSpPr>
        <p:spPr>
          <a:xfrm>
            <a:off x="3473446" y="6284239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dirty="0">
                <a:latin typeface="Comfortaa Medium" pitchFamily="2" charset="0"/>
              </a:rPr>
              <a:t>Архангельск, 2025</a:t>
            </a:r>
          </a:p>
        </p:txBody>
      </p:sp>
      <p:grpSp>
        <p:nvGrpSpPr>
          <p:cNvPr id="47" name="Группа 46">
            <a:extLst>
              <a:ext uri="{FF2B5EF4-FFF2-40B4-BE49-F238E27FC236}">
                <a16:creationId xmlns:a16="http://schemas.microsoft.com/office/drawing/2014/main" id="{2030482A-ED9D-2732-6187-91B3D876D2C6}"/>
              </a:ext>
            </a:extLst>
          </p:cNvPr>
          <p:cNvGrpSpPr/>
          <p:nvPr/>
        </p:nvGrpSpPr>
        <p:grpSpPr>
          <a:xfrm>
            <a:off x="102394" y="190499"/>
            <a:ext cx="557212" cy="532449"/>
            <a:chOff x="102394" y="190499"/>
            <a:chExt cx="557212" cy="532449"/>
          </a:xfrm>
        </p:grpSpPr>
        <p:grpSp>
          <p:nvGrpSpPr>
            <p:cNvPr id="46" name="Группа 45">
              <a:extLst>
                <a:ext uri="{FF2B5EF4-FFF2-40B4-BE49-F238E27FC236}">
                  <a16:creationId xmlns:a16="http://schemas.microsoft.com/office/drawing/2014/main" id="{9D193D8E-8B6E-8F72-D500-08487A8017F6}"/>
                </a:ext>
              </a:extLst>
            </p:cNvPr>
            <p:cNvGrpSpPr/>
            <p:nvPr/>
          </p:nvGrpSpPr>
          <p:grpSpPr>
            <a:xfrm>
              <a:off x="190500" y="190499"/>
              <a:ext cx="381000" cy="381000"/>
              <a:chOff x="190500" y="190499"/>
              <a:chExt cx="381000" cy="381000"/>
            </a:xfrm>
          </p:grpSpPr>
          <p:sp>
            <p:nvSpPr>
              <p:cNvPr id="21" name="Прямоугольник: скругленные углы 20">
                <a:extLst>
                  <a:ext uri="{FF2B5EF4-FFF2-40B4-BE49-F238E27FC236}">
                    <a16:creationId xmlns:a16="http://schemas.microsoft.com/office/drawing/2014/main" id="{C67D749B-8BEE-A41A-A47F-B80A65260237}"/>
                  </a:ext>
                </a:extLst>
              </p:cNvPr>
              <p:cNvSpPr/>
              <p:nvPr/>
            </p:nvSpPr>
            <p:spPr>
              <a:xfrm>
                <a:off x="190500" y="190499"/>
                <a:ext cx="381000" cy="381000"/>
              </a:xfrm>
              <a:prstGeom prst="roundRect">
                <a:avLst/>
              </a:prstGeom>
              <a:solidFill>
                <a:srgbClr val="FFB951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 dirty="0"/>
              </a:p>
            </p:txBody>
          </p:sp>
          <p:pic>
            <p:nvPicPr>
              <p:cNvPr id="20" name="Рисунок 19">
                <a:extLst>
                  <a:ext uri="{FF2B5EF4-FFF2-40B4-BE49-F238E27FC236}">
                    <a16:creationId xmlns:a16="http://schemas.microsoft.com/office/drawing/2014/main" id="{AF3CD27A-8814-863C-0D22-3D67259D1BD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61937" y="261936"/>
                <a:ext cx="238126" cy="238126"/>
              </a:xfrm>
              <a:prstGeom prst="rect">
                <a:avLst/>
              </a:prstGeom>
              <a:ln>
                <a:noFill/>
              </a:ln>
            </p:spPr>
          </p:pic>
        </p:grpSp>
        <p:cxnSp>
          <p:nvCxnSpPr>
            <p:cNvPr id="23" name="Прямая соединительная линия 22">
              <a:extLst>
                <a:ext uri="{FF2B5EF4-FFF2-40B4-BE49-F238E27FC236}">
                  <a16:creationId xmlns:a16="http://schemas.microsoft.com/office/drawing/2014/main" id="{5BBE3122-70FB-89E5-C133-8F47470FBE6D}"/>
                </a:ext>
              </a:extLst>
            </p:cNvPr>
            <p:cNvCxnSpPr>
              <a:cxnSpLocks/>
            </p:cNvCxnSpPr>
            <p:nvPr/>
          </p:nvCxnSpPr>
          <p:spPr>
            <a:xfrm>
              <a:off x="102394" y="722948"/>
              <a:ext cx="557212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4" name="Прямоугольник: скругленные углы 43">
            <a:extLst>
              <a:ext uri="{FF2B5EF4-FFF2-40B4-BE49-F238E27FC236}">
                <a16:creationId xmlns:a16="http://schemas.microsoft.com/office/drawing/2014/main" id="{94F209DE-1927-E037-436C-A191A4E3CF6F}"/>
              </a:ext>
            </a:extLst>
          </p:cNvPr>
          <p:cNvSpPr/>
          <p:nvPr/>
        </p:nvSpPr>
        <p:spPr>
          <a:xfrm>
            <a:off x="190500" y="895339"/>
            <a:ext cx="381000" cy="381000"/>
          </a:xfrm>
          <a:prstGeom prst="roundRect">
            <a:avLst/>
          </a:prstGeom>
          <a:solidFill>
            <a:srgbClr val="FFB951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grpSp>
        <p:nvGrpSpPr>
          <p:cNvPr id="45" name="Группа 44">
            <a:extLst>
              <a:ext uri="{FF2B5EF4-FFF2-40B4-BE49-F238E27FC236}">
                <a16:creationId xmlns:a16="http://schemas.microsoft.com/office/drawing/2014/main" id="{DF7C7A75-DDE4-F5A7-191F-D42DCA02E942}"/>
              </a:ext>
            </a:extLst>
          </p:cNvPr>
          <p:cNvGrpSpPr/>
          <p:nvPr/>
        </p:nvGrpSpPr>
        <p:grpSpPr>
          <a:xfrm>
            <a:off x="279395" y="984234"/>
            <a:ext cx="203210" cy="3966022"/>
            <a:chOff x="279395" y="984234"/>
            <a:chExt cx="203210" cy="3966022"/>
          </a:xfrm>
        </p:grpSpPr>
        <p:pic>
          <p:nvPicPr>
            <p:cNvPr id="25" name="Рисунок 24">
              <a:extLst>
                <a:ext uri="{FF2B5EF4-FFF2-40B4-BE49-F238E27FC236}">
                  <a16:creationId xmlns:a16="http://schemas.microsoft.com/office/drawing/2014/main" id="{2A81F6BC-2422-1A7B-DA41-E55C793B16E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984234"/>
              <a:ext cx="203210" cy="203210"/>
            </a:xfrm>
            <a:prstGeom prst="rect">
              <a:avLst/>
            </a:prstGeom>
          </p:spPr>
        </p:pic>
        <p:pic>
          <p:nvPicPr>
            <p:cNvPr id="27" name="Рисунок 26">
              <a:extLst>
                <a:ext uri="{FF2B5EF4-FFF2-40B4-BE49-F238E27FC236}">
                  <a16:creationId xmlns:a16="http://schemas.microsoft.com/office/drawing/2014/main" id="{B2097122-26AF-B42A-FD45-3CEC2C15199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1456731"/>
              <a:ext cx="203210" cy="203210"/>
            </a:xfrm>
            <a:prstGeom prst="rect">
              <a:avLst/>
            </a:prstGeom>
          </p:spPr>
        </p:pic>
        <p:pic>
          <p:nvPicPr>
            <p:cNvPr id="31" name="Рисунок 30">
              <a:extLst>
                <a:ext uri="{FF2B5EF4-FFF2-40B4-BE49-F238E27FC236}">
                  <a16:creationId xmlns:a16="http://schemas.microsoft.com/office/drawing/2014/main" id="{B17C1148-D05F-5E9C-7519-109F9C42D54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3802516"/>
              <a:ext cx="203210" cy="203210"/>
            </a:xfrm>
            <a:prstGeom prst="rect">
              <a:avLst/>
            </a:prstGeom>
          </p:spPr>
        </p:pic>
        <p:pic>
          <p:nvPicPr>
            <p:cNvPr id="33" name="Рисунок 32">
              <a:extLst>
                <a:ext uri="{FF2B5EF4-FFF2-40B4-BE49-F238E27FC236}">
                  <a16:creationId xmlns:a16="http://schemas.microsoft.com/office/drawing/2014/main" id="{BB1B6B88-A801-B50F-0103-A9A083F2663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2857986"/>
              <a:ext cx="203210" cy="203210"/>
            </a:xfrm>
            <a:prstGeom prst="rect">
              <a:avLst/>
            </a:prstGeom>
          </p:spPr>
        </p:pic>
        <p:pic>
          <p:nvPicPr>
            <p:cNvPr id="35" name="Рисунок 34">
              <a:extLst>
                <a:ext uri="{FF2B5EF4-FFF2-40B4-BE49-F238E27FC236}">
                  <a16:creationId xmlns:a16="http://schemas.microsoft.com/office/drawing/2014/main" id="{6BF0F0C0-9222-1DC4-8252-58804C3DB5EB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2393491"/>
              <a:ext cx="203210" cy="203210"/>
            </a:xfrm>
            <a:prstGeom prst="rect">
              <a:avLst/>
            </a:prstGeom>
          </p:spPr>
        </p:pic>
        <p:pic>
          <p:nvPicPr>
            <p:cNvPr id="37" name="Рисунок 36">
              <a:extLst>
                <a:ext uri="{FF2B5EF4-FFF2-40B4-BE49-F238E27FC236}">
                  <a16:creationId xmlns:a16="http://schemas.microsoft.com/office/drawing/2014/main" id="{C21D3E17-9E2E-0FAB-BD8C-434AE2D5F740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3330251"/>
              <a:ext cx="203210" cy="203210"/>
            </a:xfrm>
            <a:prstGeom prst="rect">
              <a:avLst/>
            </a:prstGeom>
          </p:spPr>
        </p:pic>
        <p:pic>
          <p:nvPicPr>
            <p:cNvPr id="39" name="Рисунок 38">
              <a:extLst>
                <a:ext uri="{FF2B5EF4-FFF2-40B4-BE49-F238E27FC236}">
                  <a16:creationId xmlns:a16="http://schemas.microsoft.com/office/drawing/2014/main" id="{1BEB941C-F0CF-5AE5-5C27-00459306D77E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4274781"/>
              <a:ext cx="203210" cy="203210"/>
            </a:xfrm>
            <a:prstGeom prst="rect">
              <a:avLst/>
            </a:prstGeom>
          </p:spPr>
        </p:pic>
        <p:pic>
          <p:nvPicPr>
            <p:cNvPr id="41" name="Рисунок 40">
              <a:extLst>
                <a:ext uri="{FF2B5EF4-FFF2-40B4-BE49-F238E27FC236}">
                  <a16:creationId xmlns:a16="http://schemas.microsoft.com/office/drawing/2014/main" id="{651A6AC7-5C05-867F-1D9D-7B2165C469CA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1925227"/>
              <a:ext cx="203210" cy="203210"/>
            </a:xfrm>
            <a:prstGeom prst="rect">
              <a:avLst/>
            </a:prstGeom>
          </p:spPr>
        </p:pic>
        <p:pic>
          <p:nvPicPr>
            <p:cNvPr id="43" name="Рисунок 42">
              <a:extLst>
                <a:ext uri="{FF2B5EF4-FFF2-40B4-BE49-F238E27FC236}">
                  <a16:creationId xmlns:a16="http://schemas.microsoft.com/office/drawing/2014/main" id="{3279CD5F-AA49-7330-C6CB-6A514A67B70E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4747046"/>
              <a:ext cx="203210" cy="203210"/>
            </a:xfrm>
            <a:prstGeom prst="rect">
              <a:avLst/>
            </a:prstGeom>
          </p:spPr>
        </p:pic>
      </p:grpSp>
      <p:grpSp>
        <p:nvGrpSpPr>
          <p:cNvPr id="22" name="Группа 21">
            <a:extLst>
              <a:ext uri="{FF2B5EF4-FFF2-40B4-BE49-F238E27FC236}">
                <a16:creationId xmlns:a16="http://schemas.microsoft.com/office/drawing/2014/main" id="{65C55BAC-EF9E-6CCB-E314-96A72DFB5AE9}"/>
              </a:ext>
            </a:extLst>
          </p:cNvPr>
          <p:cNvGrpSpPr/>
          <p:nvPr/>
        </p:nvGrpSpPr>
        <p:grpSpPr>
          <a:xfrm>
            <a:off x="1041393" y="3810289"/>
            <a:ext cx="10960105" cy="936757"/>
            <a:chOff x="1041393" y="3810289"/>
            <a:chExt cx="10960105" cy="936757"/>
          </a:xfrm>
        </p:grpSpPr>
        <p:sp>
          <p:nvSpPr>
            <p:cNvPr id="10" name="Прямоугольник: скругленные углы 9">
              <a:extLst>
                <a:ext uri="{FF2B5EF4-FFF2-40B4-BE49-F238E27FC236}">
                  <a16:creationId xmlns:a16="http://schemas.microsoft.com/office/drawing/2014/main" id="{EB65875A-32E1-2EC0-91AD-3DB6CB8EA56C}"/>
                </a:ext>
              </a:extLst>
            </p:cNvPr>
            <p:cNvSpPr/>
            <p:nvPr/>
          </p:nvSpPr>
          <p:spPr>
            <a:xfrm>
              <a:off x="1041393" y="3810289"/>
              <a:ext cx="10960105" cy="936757"/>
            </a:xfrm>
            <a:prstGeom prst="roundRect">
              <a:avLst>
                <a:gd name="adj" fmla="val 4689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C2E0749F-66FE-7897-C6CA-9AE81CDECED1}"/>
                </a:ext>
              </a:extLst>
            </p:cNvPr>
            <p:cNvSpPr txBox="1"/>
            <p:nvPr/>
          </p:nvSpPr>
          <p:spPr>
            <a:xfrm>
              <a:off x="1823834" y="3951615"/>
              <a:ext cx="4272166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ru-RU" dirty="0">
                  <a:latin typeface="Comfortaa Medium" pitchFamily="2" charset="0"/>
                </a:rPr>
                <a:t>Екимов Вячеслав Андреевич</a:t>
              </a:r>
            </a:p>
            <a:p>
              <a:r>
                <a:rPr lang="ru-RU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Comfortaa Medium" pitchFamily="2" charset="0"/>
                </a:rPr>
                <a:t>Студент ИСПП-21</a:t>
              </a:r>
              <a:endParaRPr lang="en-US" dirty="0">
                <a:latin typeface="Comfortaa Medium" pitchFamily="2" charset="0"/>
              </a:endParaRPr>
            </a:p>
          </p:txBody>
        </p:sp>
        <p:sp>
          <p:nvSpPr>
            <p:cNvPr id="14" name="Овал 13">
              <a:extLst>
                <a:ext uri="{FF2B5EF4-FFF2-40B4-BE49-F238E27FC236}">
                  <a16:creationId xmlns:a16="http://schemas.microsoft.com/office/drawing/2014/main" id="{B6EB8749-655F-4E01-175E-8413EA8D8460}"/>
                </a:ext>
              </a:extLst>
            </p:cNvPr>
            <p:cNvSpPr/>
            <p:nvPr/>
          </p:nvSpPr>
          <p:spPr>
            <a:xfrm>
              <a:off x="1217220" y="3999274"/>
              <a:ext cx="558787" cy="558787"/>
            </a:xfrm>
            <a:prstGeom prst="ellipse">
              <a:avLst/>
            </a:prstGeom>
            <a:solidFill>
              <a:srgbClr val="FFA72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sz="1400" dirty="0">
                <a:latin typeface="Bahnschrift" panose="020B0502040204020203" pitchFamily="34" charset="0"/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248FB1EF-8C8F-AE92-D962-B4449F936EBE}"/>
                </a:ext>
              </a:extLst>
            </p:cNvPr>
            <p:cNvSpPr txBox="1"/>
            <p:nvPr/>
          </p:nvSpPr>
          <p:spPr>
            <a:xfrm>
              <a:off x="1169392" y="4109390"/>
              <a:ext cx="654442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ru-RU" sz="1600" dirty="0">
                  <a:solidFill>
                    <a:schemeClr val="bg1"/>
                  </a:solidFill>
                  <a:latin typeface="Comfortaa Medium" pitchFamily="2" charset="0"/>
                </a:rPr>
                <a:t>ЕВ</a:t>
              </a:r>
              <a:endParaRPr lang="ru-RU" dirty="0">
                <a:solidFill>
                  <a:schemeClr val="bg1"/>
                </a:solidFill>
                <a:latin typeface="Comfortaa Medium" pitchFamily="2" charset="0"/>
              </a:endParaRPr>
            </a:p>
          </p:txBody>
        </p:sp>
      </p:grpSp>
      <p:grpSp>
        <p:nvGrpSpPr>
          <p:cNvPr id="32" name="Группа 31">
            <a:extLst>
              <a:ext uri="{FF2B5EF4-FFF2-40B4-BE49-F238E27FC236}">
                <a16:creationId xmlns:a16="http://schemas.microsoft.com/office/drawing/2014/main" id="{EE986487-9429-C499-8724-017514621CCF}"/>
              </a:ext>
            </a:extLst>
          </p:cNvPr>
          <p:cNvGrpSpPr/>
          <p:nvPr/>
        </p:nvGrpSpPr>
        <p:grpSpPr>
          <a:xfrm>
            <a:off x="1041393" y="4984592"/>
            <a:ext cx="10960105" cy="936757"/>
            <a:chOff x="1041393" y="3810289"/>
            <a:chExt cx="10960105" cy="936757"/>
          </a:xfrm>
        </p:grpSpPr>
        <p:sp>
          <p:nvSpPr>
            <p:cNvPr id="34" name="Прямоугольник: скругленные углы 33">
              <a:extLst>
                <a:ext uri="{FF2B5EF4-FFF2-40B4-BE49-F238E27FC236}">
                  <a16:creationId xmlns:a16="http://schemas.microsoft.com/office/drawing/2014/main" id="{796D25D8-227A-A5E4-C77E-300DB3445612}"/>
                </a:ext>
              </a:extLst>
            </p:cNvPr>
            <p:cNvSpPr/>
            <p:nvPr/>
          </p:nvSpPr>
          <p:spPr>
            <a:xfrm>
              <a:off x="1041393" y="3810289"/>
              <a:ext cx="10960105" cy="936757"/>
            </a:xfrm>
            <a:prstGeom prst="roundRect">
              <a:avLst>
                <a:gd name="adj" fmla="val 4689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98235508-5A28-DD3A-F598-1FBD1167AFEB}"/>
                </a:ext>
              </a:extLst>
            </p:cNvPr>
            <p:cNvSpPr txBox="1"/>
            <p:nvPr/>
          </p:nvSpPr>
          <p:spPr>
            <a:xfrm>
              <a:off x="1823834" y="3951615"/>
              <a:ext cx="4272166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ru-RU" dirty="0">
                  <a:latin typeface="Comfortaa Medium" pitchFamily="2" charset="0"/>
                </a:rPr>
                <a:t>Маломан Юлия Сергеевна</a:t>
              </a:r>
            </a:p>
            <a:p>
              <a:r>
                <a:rPr lang="ru-RU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Comfortaa Medium" pitchFamily="2" charset="0"/>
                </a:rPr>
                <a:t>Руководитель</a:t>
              </a:r>
              <a:endParaRPr lang="en-US" dirty="0">
                <a:latin typeface="Comfortaa Medium" pitchFamily="2" charset="0"/>
              </a:endParaRPr>
            </a:p>
          </p:txBody>
        </p:sp>
        <p:sp>
          <p:nvSpPr>
            <p:cNvPr id="38" name="Овал 37">
              <a:extLst>
                <a:ext uri="{FF2B5EF4-FFF2-40B4-BE49-F238E27FC236}">
                  <a16:creationId xmlns:a16="http://schemas.microsoft.com/office/drawing/2014/main" id="{4BC0F6A8-8849-BF83-8D56-BE8A4B580853}"/>
                </a:ext>
              </a:extLst>
            </p:cNvPr>
            <p:cNvSpPr/>
            <p:nvPr/>
          </p:nvSpPr>
          <p:spPr>
            <a:xfrm>
              <a:off x="1217221" y="3987648"/>
              <a:ext cx="558787" cy="558787"/>
            </a:xfrm>
            <a:prstGeom prst="ellipse">
              <a:avLst/>
            </a:prstGeom>
            <a:solidFill>
              <a:srgbClr val="FFA72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sz="1400" dirty="0">
                <a:latin typeface="Bahnschrift" panose="020B0502040204020203" pitchFamily="34" charset="0"/>
              </a:endParaRP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D8788DA6-AA4F-1B3F-A4DA-8D765873D255}"/>
                </a:ext>
              </a:extLst>
            </p:cNvPr>
            <p:cNvSpPr txBox="1"/>
            <p:nvPr/>
          </p:nvSpPr>
          <p:spPr>
            <a:xfrm>
              <a:off x="1115613" y="4097764"/>
              <a:ext cx="762000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ru-RU" sz="1600" dirty="0">
                  <a:solidFill>
                    <a:schemeClr val="bg1"/>
                  </a:solidFill>
                  <a:latin typeface="Comfortaa Medium" pitchFamily="2" charset="0"/>
                </a:rPr>
                <a:t>МЮ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4331713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Группа 11">
            <a:extLst>
              <a:ext uri="{FF2B5EF4-FFF2-40B4-BE49-F238E27FC236}">
                <a16:creationId xmlns:a16="http://schemas.microsoft.com/office/drawing/2014/main" id="{747E1BC8-BF02-BF52-FE7B-B315998BA977}"/>
              </a:ext>
            </a:extLst>
          </p:cNvPr>
          <p:cNvGrpSpPr/>
          <p:nvPr/>
        </p:nvGrpSpPr>
        <p:grpSpPr>
          <a:xfrm>
            <a:off x="883444" y="90039"/>
            <a:ext cx="11206162" cy="786262"/>
            <a:chOff x="883444" y="90039"/>
            <a:chExt cx="11206162" cy="786262"/>
          </a:xfrm>
        </p:grpSpPr>
        <p:sp>
          <p:nvSpPr>
            <p:cNvPr id="6" name="Прямоугольник: скругленные углы 5">
              <a:extLst>
                <a:ext uri="{FF2B5EF4-FFF2-40B4-BE49-F238E27FC236}">
                  <a16:creationId xmlns:a16="http://schemas.microsoft.com/office/drawing/2014/main" id="{098A26E4-6008-04F1-A835-622B51F65FCB}"/>
                </a:ext>
              </a:extLst>
            </p:cNvPr>
            <p:cNvSpPr/>
            <p:nvPr/>
          </p:nvSpPr>
          <p:spPr>
            <a:xfrm>
              <a:off x="883444" y="90039"/>
              <a:ext cx="11206162" cy="786262"/>
            </a:xfrm>
            <a:prstGeom prst="roundRect">
              <a:avLst>
                <a:gd name="adj" fmla="val 4689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162CB1CD-718C-169B-8CC7-B29262F1C4B5}"/>
                </a:ext>
              </a:extLst>
            </p:cNvPr>
            <p:cNvSpPr txBox="1"/>
            <p:nvPr/>
          </p:nvSpPr>
          <p:spPr>
            <a:xfrm>
              <a:off x="11143122" y="221560"/>
              <a:ext cx="858378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ru-RU" sz="2800" dirty="0">
                  <a:latin typeface="Comfortaa Medium" pitchFamily="2" charset="0"/>
                </a:rPr>
                <a:t>2/11</a:t>
              </a:r>
            </a:p>
          </p:txBody>
        </p:sp>
      </p:grp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7B45FB0-A546-4878-5B8B-7AEECEA523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6324" y="228389"/>
            <a:ext cx="10066797" cy="509563"/>
          </a:xfrm>
        </p:spPr>
        <p:txBody>
          <a:bodyPr>
            <a:noAutofit/>
          </a:bodyPr>
          <a:lstStyle/>
          <a:p>
            <a:r>
              <a:rPr lang="ru-RU" sz="3200" dirty="0">
                <a:latin typeface="Comfortaa Medium" pitchFamily="2" charset="0"/>
              </a:rPr>
              <a:t>Актуальность</a:t>
            </a:r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7E2651D8-82F1-DAC5-2FA4-9D5E80476B9C}"/>
              </a:ext>
            </a:extLst>
          </p:cNvPr>
          <p:cNvSpPr/>
          <p:nvPr/>
        </p:nvSpPr>
        <p:spPr>
          <a:xfrm>
            <a:off x="0" y="0"/>
            <a:ext cx="762000" cy="6858000"/>
          </a:xfrm>
          <a:prstGeom prst="rect">
            <a:avLst/>
          </a:prstGeom>
          <a:solidFill>
            <a:srgbClr val="FFA72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28" name="Группа 27">
            <a:extLst>
              <a:ext uri="{FF2B5EF4-FFF2-40B4-BE49-F238E27FC236}">
                <a16:creationId xmlns:a16="http://schemas.microsoft.com/office/drawing/2014/main" id="{323CD4FC-B923-9AFC-D01D-84A9227D264D}"/>
              </a:ext>
            </a:extLst>
          </p:cNvPr>
          <p:cNvGrpSpPr/>
          <p:nvPr/>
        </p:nvGrpSpPr>
        <p:grpSpPr>
          <a:xfrm>
            <a:off x="102394" y="190499"/>
            <a:ext cx="557212" cy="532449"/>
            <a:chOff x="102394" y="190499"/>
            <a:chExt cx="557212" cy="532449"/>
          </a:xfrm>
        </p:grpSpPr>
        <p:grpSp>
          <p:nvGrpSpPr>
            <p:cNvPr id="29" name="Группа 28">
              <a:extLst>
                <a:ext uri="{FF2B5EF4-FFF2-40B4-BE49-F238E27FC236}">
                  <a16:creationId xmlns:a16="http://schemas.microsoft.com/office/drawing/2014/main" id="{992D9EF8-DA57-A9BD-1209-1ABCD0412526}"/>
                </a:ext>
              </a:extLst>
            </p:cNvPr>
            <p:cNvGrpSpPr/>
            <p:nvPr/>
          </p:nvGrpSpPr>
          <p:grpSpPr>
            <a:xfrm>
              <a:off x="190500" y="190499"/>
              <a:ext cx="381000" cy="381000"/>
              <a:chOff x="190500" y="190499"/>
              <a:chExt cx="381000" cy="381000"/>
            </a:xfrm>
          </p:grpSpPr>
          <p:sp>
            <p:nvSpPr>
              <p:cNvPr id="31" name="Прямоугольник: скругленные углы 30">
                <a:extLst>
                  <a:ext uri="{FF2B5EF4-FFF2-40B4-BE49-F238E27FC236}">
                    <a16:creationId xmlns:a16="http://schemas.microsoft.com/office/drawing/2014/main" id="{47D322F2-A15E-35D7-A752-E385229E9FFB}"/>
                  </a:ext>
                </a:extLst>
              </p:cNvPr>
              <p:cNvSpPr/>
              <p:nvPr/>
            </p:nvSpPr>
            <p:spPr>
              <a:xfrm>
                <a:off x="190500" y="190499"/>
                <a:ext cx="381000" cy="381000"/>
              </a:xfrm>
              <a:prstGeom prst="roundRect">
                <a:avLst/>
              </a:prstGeom>
              <a:solidFill>
                <a:srgbClr val="FFB951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 dirty="0"/>
              </a:p>
            </p:txBody>
          </p:sp>
          <p:pic>
            <p:nvPicPr>
              <p:cNvPr id="32" name="Рисунок 31">
                <a:extLst>
                  <a:ext uri="{FF2B5EF4-FFF2-40B4-BE49-F238E27FC236}">
                    <a16:creationId xmlns:a16="http://schemas.microsoft.com/office/drawing/2014/main" id="{A38F5EC5-EA18-3E5B-56F6-682F425A794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61937" y="261936"/>
                <a:ext cx="238126" cy="238126"/>
              </a:xfrm>
              <a:prstGeom prst="rect">
                <a:avLst/>
              </a:prstGeom>
              <a:ln>
                <a:noFill/>
              </a:ln>
            </p:spPr>
          </p:pic>
        </p:grpSp>
        <p:cxnSp>
          <p:nvCxnSpPr>
            <p:cNvPr id="30" name="Прямая соединительная линия 29">
              <a:extLst>
                <a:ext uri="{FF2B5EF4-FFF2-40B4-BE49-F238E27FC236}">
                  <a16:creationId xmlns:a16="http://schemas.microsoft.com/office/drawing/2014/main" id="{1DA1D387-42D7-B864-220D-CF3CD949D534}"/>
                </a:ext>
              </a:extLst>
            </p:cNvPr>
            <p:cNvCxnSpPr>
              <a:cxnSpLocks/>
            </p:cNvCxnSpPr>
            <p:nvPr/>
          </p:nvCxnSpPr>
          <p:spPr>
            <a:xfrm>
              <a:off x="102394" y="722948"/>
              <a:ext cx="557212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Прямоугольник: скругленные углы 32">
            <a:extLst>
              <a:ext uri="{FF2B5EF4-FFF2-40B4-BE49-F238E27FC236}">
                <a16:creationId xmlns:a16="http://schemas.microsoft.com/office/drawing/2014/main" id="{93EB1A61-9C63-85DE-171B-EE2ECA154707}"/>
              </a:ext>
            </a:extLst>
          </p:cNvPr>
          <p:cNvSpPr/>
          <p:nvPr/>
        </p:nvSpPr>
        <p:spPr>
          <a:xfrm>
            <a:off x="190500" y="1367704"/>
            <a:ext cx="381000" cy="381000"/>
          </a:xfrm>
          <a:prstGeom prst="roundRect">
            <a:avLst/>
          </a:prstGeom>
          <a:solidFill>
            <a:srgbClr val="FFB951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grpSp>
        <p:nvGrpSpPr>
          <p:cNvPr id="34" name="Группа 33">
            <a:extLst>
              <a:ext uri="{FF2B5EF4-FFF2-40B4-BE49-F238E27FC236}">
                <a16:creationId xmlns:a16="http://schemas.microsoft.com/office/drawing/2014/main" id="{3A2EB460-BC54-D5BD-A31E-BC7EC3526A02}"/>
              </a:ext>
            </a:extLst>
          </p:cNvPr>
          <p:cNvGrpSpPr/>
          <p:nvPr/>
        </p:nvGrpSpPr>
        <p:grpSpPr>
          <a:xfrm>
            <a:off x="279395" y="984234"/>
            <a:ext cx="203210" cy="3966022"/>
            <a:chOff x="279395" y="984234"/>
            <a:chExt cx="203210" cy="3966022"/>
          </a:xfrm>
        </p:grpSpPr>
        <p:pic>
          <p:nvPicPr>
            <p:cNvPr id="35" name="Рисунок 34">
              <a:extLst>
                <a:ext uri="{FF2B5EF4-FFF2-40B4-BE49-F238E27FC236}">
                  <a16:creationId xmlns:a16="http://schemas.microsoft.com/office/drawing/2014/main" id="{16CF3E67-2041-06DA-F8F4-67A43F955C9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984234"/>
              <a:ext cx="203210" cy="203210"/>
            </a:xfrm>
            <a:prstGeom prst="rect">
              <a:avLst/>
            </a:prstGeom>
          </p:spPr>
        </p:pic>
        <p:pic>
          <p:nvPicPr>
            <p:cNvPr id="36" name="Рисунок 35">
              <a:extLst>
                <a:ext uri="{FF2B5EF4-FFF2-40B4-BE49-F238E27FC236}">
                  <a16:creationId xmlns:a16="http://schemas.microsoft.com/office/drawing/2014/main" id="{FA6513C9-2DBA-4B9F-89C9-134854CD690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1456731"/>
              <a:ext cx="203210" cy="203210"/>
            </a:xfrm>
            <a:prstGeom prst="rect">
              <a:avLst/>
            </a:prstGeom>
          </p:spPr>
        </p:pic>
        <p:pic>
          <p:nvPicPr>
            <p:cNvPr id="37" name="Рисунок 36">
              <a:extLst>
                <a:ext uri="{FF2B5EF4-FFF2-40B4-BE49-F238E27FC236}">
                  <a16:creationId xmlns:a16="http://schemas.microsoft.com/office/drawing/2014/main" id="{F0B88CA1-C46F-B57B-6CAF-EF9C50C3D70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3802516"/>
              <a:ext cx="203210" cy="203210"/>
            </a:xfrm>
            <a:prstGeom prst="rect">
              <a:avLst/>
            </a:prstGeom>
          </p:spPr>
        </p:pic>
        <p:pic>
          <p:nvPicPr>
            <p:cNvPr id="38" name="Рисунок 37">
              <a:extLst>
                <a:ext uri="{FF2B5EF4-FFF2-40B4-BE49-F238E27FC236}">
                  <a16:creationId xmlns:a16="http://schemas.microsoft.com/office/drawing/2014/main" id="{0213EE7C-3DD4-3F75-D715-66101F1093B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2857986"/>
              <a:ext cx="203210" cy="203210"/>
            </a:xfrm>
            <a:prstGeom prst="rect">
              <a:avLst/>
            </a:prstGeom>
          </p:spPr>
        </p:pic>
        <p:pic>
          <p:nvPicPr>
            <p:cNvPr id="39" name="Рисунок 38">
              <a:extLst>
                <a:ext uri="{FF2B5EF4-FFF2-40B4-BE49-F238E27FC236}">
                  <a16:creationId xmlns:a16="http://schemas.microsoft.com/office/drawing/2014/main" id="{19660E01-6407-7F7C-AE9B-859C2D3862FE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2393491"/>
              <a:ext cx="203210" cy="203210"/>
            </a:xfrm>
            <a:prstGeom prst="rect">
              <a:avLst/>
            </a:prstGeom>
          </p:spPr>
        </p:pic>
        <p:pic>
          <p:nvPicPr>
            <p:cNvPr id="40" name="Рисунок 39">
              <a:extLst>
                <a:ext uri="{FF2B5EF4-FFF2-40B4-BE49-F238E27FC236}">
                  <a16:creationId xmlns:a16="http://schemas.microsoft.com/office/drawing/2014/main" id="{392889DC-FA5B-16B9-918E-DCFA838233CF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3330251"/>
              <a:ext cx="203210" cy="203210"/>
            </a:xfrm>
            <a:prstGeom prst="rect">
              <a:avLst/>
            </a:prstGeom>
          </p:spPr>
        </p:pic>
        <p:pic>
          <p:nvPicPr>
            <p:cNvPr id="41" name="Рисунок 40">
              <a:extLst>
                <a:ext uri="{FF2B5EF4-FFF2-40B4-BE49-F238E27FC236}">
                  <a16:creationId xmlns:a16="http://schemas.microsoft.com/office/drawing/2014/main" id="{C58B2031-DD72-22A7-8547-28A8EDD043E1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4274781"/>
              <a:ext cx="203210" cy="203210"/>
            </a:xfrm>
            <a:prstGeom prst="rect">
              <a:avLst/>
            </a:prstGeom>
          </p:spPr>
        </p:pic>
        <p:pic>
          <p:nvPicPr>
            <p:cNvPr id="42" name="Рисунок 41">
              <a:extLst>
                <a:ext uri="{FF2B5EF4-FFF2-40B4-BE49-F238E27FC236}">
                  <a16:creationId xmlns:a16="http://schemas.microsoft.com/office/drawing/2014/main" id="{A8995074-5103-776F-D9A5-90CDAD830148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1925227"/>
              <a:ext cx="203210" cy="203210"/>
            </a:xfrm>
            <a:prstGeom prst="rect">
              <a:avLst/>
            </a:prstGeom>
          </p:spPr>
        </p:pic>
        <p:pic>
          <p:nvPicPr>
            <p:cNvPr id="43" name="Рисунок 42">
              <a:extLst>
                <a:ext uri="{FF2B5EF4-FFF2-40B4-BE49-F238E27FC236}">
                  <a16:creationId xmlns:a16="http://schemas.microsoft.com/office/drawing/2014/main" id="{D9681AA2-8BE0-44FC-ED4A-7A6CF9D3E06B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4747046"/>
              <a:ext cx="203210" cy="203210"/>
            </a:xfrm>
            <a:prstGeom prst="rect">
              <a:avLst/>
            </a:prstGeom>
          </p:spPr>
        </p:pic>
      </p:grpSp>
      <p:sp>
        <p:nvSpPr>
          <p:cNvPr id="91" name="Прямоугольник: скругленные углы 90">
            <a:extLst>
              <a:ext uri="{FF2B5EF4-FFF2-40B4-BE49-F238E27FC236}">
                <a16:creationId xmlns:a16="http://schemas.microsoft.com/office/drawing/2014/main" id="{51B582E9-BF52-F7D1-39A3-296C0D7F3323}"/>
              </a:ext>
            </a:extLst>
          </p:cNvPr>
          <p:cNvSpPr/>
          <p:nvPr/>
        </p:nvSpPr>
        <p:spPr>
          <a:xfrm>
            <a:off x="7127666" y="1748704"/>
            <a:ext cx="4784939" cy="3732357"/>
          </a:xfrm>
          <a:prstGeom prst="roundRect">
            <a:avLst>
              <a:gd name="adj" fmla="val 4689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126ABDBE-AE03-FD30-9B5E-A4012349ED3D}"/>
              </a:ext>
            </a:extLst>
          </p:cNvPr>
          <p:cNvSpPr txBox="1"/>
          <p:nvPr/>
        </p:nvSpPr>
        <p:spPr>
          <a:xfrm>
            <a:off x="7343715" y="1848192"/>
            <a:ext cx="4568890" cy="33705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ct val="150000"/>
              </a:lnSpc>
            </a:pPr>
            <a:r>
              <a:rPr lang="ru-RU" dirty="0">
                <a:solidFill>
                  <a:srgbClr val="0E0E0E"/>
                </a:solidFill>
                <a:latin typeface="Comfortaa Medium" pitchFamily="2" charset="0"/>
                <a:ea typeface="Calibri"/>
                <a:cs typeface="Poppins"/>
                <a:sym typeface="Poppins"/>
              </a:rPr>
              <a:t>Процесс управления студенческим общежитием во многих учебных заведениях сильно затруднен из-за использования устаревших бумажных методов учета, отсутствует единая система управления номерным фондом.</a:t>
            </a:r>
            <a:endParaRPr lang="ru-RU" sz="1800" b="0" i="0" u="none" strike="noStrike" cap="none" dirty="0">
              <a:solidFill>
                <a:schemeClr val="dk1"/>
              </a:solidFill>
              <a:latin typeface="Comfortaa Medium" pitchFamily="2" charset="0"/>
              <a:ea typeface="Calibri"/>
              <a:cs typeface="Calibri"/>
              <a:sym typeface="Calibri"/>
            </a:endParaRPr>
          </a:p>
        </p:txBody>
      </p:sp>
      <p:pic>
        <p:nvPicPr>
          <p:cNvPr id="2052" name="Picture 4" descr="Скачать картинки Куча бумаг, стоковые фото Куча бумаг в ...">
            <a:extLst>
              <a:ext uri="{FF2B5EF4-FFF2-40B4-BE49-F238E27FC236}">
                <a16:creationId xmlns:a16="http://schemas.microsoft.com/office/drawing/2014/main" id="{46FCE9F9-7F4E-6496-A377-697DCB8F104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2">
            <a:extLst>
              <a:ext uri="{BEBA8EAE-BF5A-486C-A8C5-ECC9F3942E4B}">
                <a14:imgProps xmlns:a14="http://schemas.microsoft.com/office/drawing/2010/main">
                  <a14:imgLayer r:embed="rId13">
                    <a14:imgEffect>
                      <a14:backgroundRemoval t="10000" b="90000" l="10000" r="90000">
                        <a14:foregroundMark x1="80912" y1="32432" x2="75169" y2="20120"/>
                        <a14:foregroundMark x1="75169" y1="20120" x2="84122" y2="23423"/>
                        <a14:foregroundMark x1="88851" y1="15015" x2="80236" y2="14715"/>
                        <a14:foregroundMark x1="72128" y1="85886" x2="86149" y2="89189"/>
                        <a14:foregroundMark x1="86149" y1="89189" x2="88682" y2="87387"/>
                        <a14:foregroundMark x1="58446" y1="88589" x2="58108" y2="42643"/>
                        <a14:foregroundMark x1="58108" y1="42643" x2="44595" y2="40841"/>
                        <a14:foregroundMark x1="44595" y1="40841" x2="40114" y2="55131"/>
                        <a14:foregroundMark x1="39311" y1="64993" x2="40034" y2="74174"/>
                        <a14:foregroundMark x1="40034" y1="74174" x2="55574" y2="88889"/>
                        <a14:foregroundMark x1="55574" y1="88889" x2="58615" y2="89189"/>
                        <a14:foregroundMark x1="9966" y1="68168" x2="24324" y2="68468"/>
                        <a14:foregroundMark x1="24324" y1="68468" x2="27365" y2="86486"/>
                        <a14:foregroundMark x1="27365" y1="86486" x2="16723" y2="86186"/>
                        <a14:foregroundMark x1="16723" y1="86186" x2="10473" y2="74775"/>
                        <a14:foregroundMark x1="10473" y1="74775" x2="10642" y2="70270"/>
                        <a14:backgroundMark x1="39020" y1="54955" x2="38514" y2="64865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8022" t="10350" r="8680" b="7103"/>
          <a:stretch>
            <a:fillRect/>
          </a:stretch>
        </p:blipFill>
        <p:spPr bwMode="auto">
          <a:xfrm>
            <a:off x="1231169" y="2087524"/>
            <a:ext cx="5617102" cy="31312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3" name="Стрелка: вправо 92">
            <a:extLst>
              <a:ext uri="{FF2B5EF4-FFF2-40B4-BE49-F238E27FC236}">
                <a16:creationId xmlns:a16="http://schemas.microsoft.com/office/drawing/2014/main" id="{89B02C87-EA98-D2D3-171E-8F8682601E35}"/>
              </a:ext>
            </a:extLst>
          </p:cNvPr>
          <p:cNvSpPr/>
          <p:nvPr/>
        </p:nvSpPr>
        <p:spPr>
          <a:xfrm>
            <a:off x="1322686" y="5313731"/>
            <a:ext cx="5525585" cy="167330"/>
          </a:xfrm>
          <a:prstGeom prst="rightArrow">
            <a:avLst>
              <a:gd name="adj1" fmla="val 50000"/>
              <a:gd name="adj2" fmla="val 150859"/>
            </a:avLst>
          </a:prstGeom>
          <a:solidFill>
            <a:srgbClr val="FFA726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5727350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3C3AAA3-8104-0526-3C91-2ED810D9D2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BA4AC019-3873-3FE6-444D-719BDFAA569D}"/>
              </a:ext>
            </a:extLst>
          </p:cNvPr>
          <p:cNvSpPr/>
          <p:nvPr/>
        </p:nvSpPr>
        <p:spPr>
          <a:xfrm>
            <a:off x="0" y="0"/>
            <a:ext cx="762000" cy="6858000"/>
          </a:xfrm>
          <a:prstGeom prst="rect">
            <a:avLst/>
          </a:prstGeom>
          <a:solidFill>
            <a:srgbClr val="FFA72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11" name="Группа 10">
            <a:extLst>
              <a:ext uri="{FF2B5EF4-FFF2-40B4-BE49-F238E27FC236}">
                <a16:creationId xmlns:a16="http://schemas.microsoft.com/office/drawing/2014/main" id="{74E61190-ED89-3F56-031B-825A04CEF35C}"/>
              </a:ext>
            </a:extLst>
          </p:cNvPr>
          <p:cNvGrpSpPr/>
          <p:nvPr/>
        </p:nvGrpSpPr>
        <p:grpSpPr>
          <a:xfrm>
            <a:off x="102394" y="190499"/>
            <a:ext cx="557212" cy="532449"/>
            <a:chOff x="102394" y="190499"/>
            <a:chExt cx="557212" cy="532449"/>
          </a:xfrm>
        </p:grpSpPr>
        <p:grpSp>
          <p:nvGrpSpPr>
            <p:cNvPr id="12" name="Группа 11">
              <a:extLst>
                <a:ext uri="{FF2B5EF4-FFF2-40B4-BE49-F238E27FC236}">
                  <a16:creationId xmlns:a16="http://schemas.microsoft.com/office/drawing/2014/main" id="{B21BBA0C-5609-5E3E-9742-999E7BF8B8EF}"/>
                </a:ext>
              </a:extLst>
            </p:cNvPr>
            <p:cNvGrpSpPr/>
            <p:nvPr/>
          </p:nvGrpSpPr>
          <p:grpSpPr>
            <a:xfrm>
              <a:off x="190500" y="190499"/>
              <a:ext cx="381000" cy="381000"/>
              <a:chOff x="190500" y="190499"/>
              <a:chExt cx="381000" cy="381000"/>
            </a:xfrm>
          </p:grpSpPr>
          <p:sp>
            <p:nvSpPr>
              <p:cNvPr id="14" name="Прямоугольник: скругленные углы 13">
                <a:extLst>
                  <a:ext uri="{FF2B5EF4-FFF2-40B4-BE49-F238E27FC236}">
                    <a16:creationId xmlns:a16="http://schemas.microsoft.com/office/drawing/2014/main" id="{4A625D29-C1E3-7CE4-FC89-453B6E8B2EDC}"/>
                  </a:ext>
                </a:extLst>
              </p:cNvPr>
              <p:cNvSpPr/>
              <p:nvPr/>
            </p:nvSpPr>
            <p:spPr>
              <a:xfrm>
                <a:off x="190500" y="190499"/>
                <a:ext cx="381000" cy="381000"/>
              </a:xfrm>
              <a:prstGeom prst="roundRect">
                <a:avLst/>
              </a:prstGeom>
              <a:solidFill>
                <a:srgbClr val="FFB951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 dirty="0"/>
              </a:p>
            </p:txBody>
          </p:sp>
          <p:pic>
            <p:nvPicPr>
              <p:cNvPr id="15" name="Рисунок 14">
                <a:extLst>
                  <a:ext uri="{FF2B5EF4-FFF2-40B4-BE49-F238E27FC236}">
                    <a16:creationId xmlns:a16="http://schemas.microsoft.com/office/drawing/2014/main" id="{1DC6C288-CA15-D473-2D25-97F2F7DC9A2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61937" y="261936"/>
                <a:ext cx="238126" cy="238126"/>
              </a:xfrm>
              <a:prstGeom prst="rect">
                <a:avLst/>
              </a:prstGeom>
              <a:ln>
                <a:noFill/>
              </a:ln>
            </p:spPr>
          </p:pic>
        </p:grpSp>
        <p:cxnSp>
          <p:nvCxnSpPr>
            <p:cNvPr id="13" name="Прямая соединительная линия 12">
              <a:extLst>
                <a:ext uri="{FF2B5EF4-FFF2-40B4-BE49-F238E27FC236}">
                  <a16:creationId xmlns:a16="http://schemas.microsoft.com/office/drawing/2014/main" id="{07002B63-8B5E-EDF0-9331-A8A6FE3F0F8C}"/>
                </a:ext>
              </a:extLst>
            </p:cNvPr>
            <p:cNvCxnSpPr>
              <a:cxnSpLocks/>
            </p:cNvCxnSpPr>
            <p:nvPr/>
          </p:nvCxnSpPr>
          <p:spPr>
            <a:xfrm>
              <a:off x="102394" y="722948"/>
              <a:ext cx="557212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" name="Прямоугольник: скругленные углы 15">
            <a:extLst>
              <a:ext uri="{FF2B5EF4-FFF2-40B4-BE49-F238E27FC236}">
                <a16:creationId xmlns:a16="http://schemas.microsoft.com/office/drawing/2014/main" id="{AEF75079-39BB-1C33-7D54-E4BBBA722F1D}"/>
              </a:ext>
            </a:extLst>
          </p:cNvPr>
          <p:cNvSpPr/>
          <p:nvPr/>
        </p:nvSpPr>
        <p:spPr>
          <a:xfrm>
            <a:off x="190500" y="1836332"/>
            <a:ext cx="381000" cy="381000"/>
          </a:xfrm>
          <a:prstGeom prst="roundRect">
            <a:avLst/>
          </a:prstGeom>
          <a:solidFill>
            <a:srgbClr val="FFB951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grpSp>
        <p:nvGrpSpPr>
          <p:cNvPr id="17" name="Группа 16">
            <a:extLst>
              <a:ext uri="{FF2B5EF4-FFF2-40B4-BE49-F238E27FC236}">
                <a16:creationId xmlns:a16="http://schemas.microsoft.com/office/drawing/2014/main" id="{069B1252-000B-F919-E404-D714F5563032}"/>
              </a:ext>
            </a:extLst>
          </p:cNvPr>
          <p:cNvGrpSpPr/>
          <p:nvPr/>
        </p:nvGrpSpPr>
        <p:grpSpPr>
          <a:xfrm>
            <a:off x="279395" y="984234"/>
            <a:ext cx="203210" cy="3966022"/>
            <a:chOff x="279395" y="984234"/>
            <a:chExt cx="203210" cy="3966022"/>
          </a:xfrm>
        </p:grpSpPr>
        <p:pic>
          <p:nvPicPr>
            <p:cNvPr id="18" name="Рисунок 17">
              <a:extLst>
                <a:ext uri="{FF2B5EF4-FFF2-40B4-BE49-F238E27FC236}">
                  <a16:creationId xmlns:a16="http://schemas.microsoft.com/office/drawing/2014/main" id="{CC460DF9-6F87-DA35-A66B-A37CC0EE40F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984234"/>
              <a:ext cx="203210" cy="203210"/>
            </a:xfrm>
            <a:prstGeom prst="rect">
              <a:avLst/>
            </a:prstGeom>
          </p:spPr>
        </p:pic>
        <p:pic>
          <p:nvPicPr>
            <p:cNvPr id="19" name="Рисунок 18">
              <a:extLst>
                <a:ext uri="{FF2B5EF4-FFF2-40B4-BE49-F238E27FC236}">
                  <a16:creationId xmlns:a16="http://schemas.microsoft.com/office/drawing/2014/main" id="{A7A3B448-EA3B-1051-4341-5A60C894B42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1456731"/>
              <a:ext cx="203210" cy="203210"/>
            </a:xfrm>
            <a:prstGeom prst="rect">
              <a:avLst/>
            </a:prstGeom>
          </p:spPr>
        </p:pic>
        <p:pic>
          <p:nvPicPr>
            <p:cNvPr id="20" name="Рисунок 19">
              <a:extLst>
                <a:ext uri="{FF2B5EF4-FFF2-40B4-BE49-F238E27FC236}">
                  <a16:creationId xmlns:a16="http://schemas.microsoft.com/office/drawing/2014/main" id="{6A852336-7FD5-6D97-3C99-796C173D028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3802516"/>
              <a:ext cx="203210" cy="203210"/>
            </a:xfrm>
            <a:prstGeom prst="rect">
              <a:avLst/>
            </a:prstGeom>
          </p:spPr>
        </p:pic>
        <p:pic>
          <p:nvPicPr>
            <p:cNvPr id="21" name="Рисунок 20">
              <a:extLst>
                <a:ext uri="{FF2B5EF4-FFF2-40B4-BE49-F238E27FC236}">
                  <a16:creationId xmlns:a16="http://schemas.microsoft.com/office/drawing/2014/main" id="{6DFE7CE0-9E0C-5064-061C-38CC9E047BB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2857986"/>
              <a:ext cx="203210" cy="203210"/>
            </a:xfrm>
            <a:prstGeom prst="rect">
              <a:avLst/>
            </a:prstGeom>
          </p:spPr>
        </p:pic>
        <p:pic>
          <p:nvPicPr>
            <p:cNvPr id="22" name="Рисунок 21">
              <a:extLst>
                <a:ext uri="{FF2B5EF4-FFF2-40B4-BE49-F238E27FC236}">
                  <a16:creationId xmlns:a16="http://schemas.microsoft.com/office/drawing/2014/main" id="{438CC4BA-F593-736D-C03E-B037662E12B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2393491"/>
              <a:ext cx="203210" cy="203210"/>
            </a:xfrm>
            <a:prstGeom prst="rect">
              <a:avLst/>
            </a:prstGeom>
          </p:spPr>
        </p:pic>
        <p:pic>
          <p:nvPicPr>
            <p:cNvPr id="23" name="Рисунок 22">
              <a:extLst>
                <a:ext uri="{FF2B5EF4-FFF2-40B4-BE49-F238E27FC236}">
                  <a16:creationId xmlns:a16="http://schemas.microsoft.com/office/drawing/2014/main" id="{52B03CEF-65F2-B703-5498-0AD2F8C61BF8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3330251"/>
              <a:ext cx="203210" cy="203210"/>
            </a:xfrm>
            <a:prstGeom prst="rect">
              <a:avLst/>
            </a:prstGeom>
          </p:spPr>
        </p:pic>
        <p:pic>
          <p:nvPicPr>
            <p:cNvPr id="24" name="Рисунок 23">
              <a:extLst>
                <a:ext uri="{FF2B5EF4-FFF2-40B4-BE49-F238E27FC236}">
                  <a16:creationId xmlns:a16="http://schemas.microsoft.com/office/drawing/2014/main" id="{D7FFEF75-64A8-EA02-43B2-D0E8A840D42D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4274781"/>
              <a:ext cx="203210" cy="203210"/>
            </a:xfrm>
            <a:prstGeom prst="rect">
              <a:avLst/>
            </a:prstGeom>
          </p:spPr>
        </p:pic>
        <p:pic>
          <p:nvPicPr>
            <p:cNvPr id="25" name="Рисунок 24">
              <a:extLst>
                <a:ext uri="{FF2B5EF4-FFF2-40B4-BE49-F238E27FC236}">
                  <a16:creationId xmlns:a16="http://schemas.microsoft.com/office/drawing/2014/main" id="{52D797BE-E722-C769-E3A3-9E16338581C9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1925227"/>
              <a:ext cx="203210" cy="203210"/>
            </a:xfrm>
            <a:prstGeom prst="rect">
              <a:avLst/>
            </a:prstGeom>
          </p:spPr>
        </p:pic>
        <p:pic>
          <p:nvPicPr>
            <p:cNvPr id="26" name="Рисунок 25">
              <a:extLst>
                <a:ext uri="{FF2B5EF4-FFF2-40B4-BE49-F238E27FC236}">
                  <a16:creationId xmlns:a16="http://schemas.microsoft.com/office/drawing/2014/main" id="{5BCAEE7A-76C0-FFC1-7DBA-4F71C5D21FD4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4747046"/>
              <a:ext cx="203210" cy="203210"/>
            </a:xfrm>
            <a:prstGeom prst="rect">
              <a:avLst/>
            </a:prstGeom>
          </p:spPr>
        </p:pic>
      </p:grpSp>
      <p:grpSp>
        <p:nvGrpSpPr>
          <p:cNvPr id="34" name="Группа 33">
            <a:extLst>
              <a:ext uri="{FF2B5EF4-FFF2-40B4-BE49-F238E27FC236}">
                <a16:creationId xmlns:a16="http://schemas.microsoft.com/office/drawing/2014/main" id="{41044F8D-5DED-F1F0-E042-CD8C8593EF9E}"/>
              </a:ext>
            </a:extLst>
          </p:cNvPr>
          <p:cNvGrpSpPr/>
          <p:nvPr/>
        </p:nvGrpSpPr>
        <p:grpSpPr>
          <a:xfrm>
            <a:off x="861468" y="106931"/>
            <a:ext cx="11206162" cy="786262"/>
            <a:chOff x="883444" y="90039"/>
            <a:chExt cx="11206162" cy="786262"/>
          </a:xfrm>
        </p:grpSpPr>
        <p:sp>
          <p:nvSpPr>
            <p:cNvPr id="35" name="Прямоугольник: скругленные углы 34">
              <a:extLst>
                <a:ext uri="{FF2B5EF4-FFF2-40B4-BE49-F238E27FC236}">
                  <a16:creationId xmlns:a16="http://schemas.microsoft.com/office/drawing/2014/main" id="{31D8165E-9242-187B-039C-FE75B8C2A95C}"/>
                </a:ext>
              </a:extLst>
            </p:cNvPr>
            <p:cNvSpPr/>
            <p:nvPr/>
          </p:nvSpPr>
          <p:spPr>
            <a:xfrm>
              <a:off x="883444" y="90039"/>
              <a:ext cx="11206162" cy="786262"/>
            </a:xfrm>
            <a:prstGeom prst="roundRect">
              <a:avLst>
                <a:gd name="adj" fmla="val 4689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8513342F-A85F-9C71-7D97-EFFF75972748}"/>
                </a:ext>
              </a:extLst>
            </p:cNvPr>
            <p:cNvSpPr txBox="1"/>
            <p:nvPr/>
          </p:nvSpPr>
          <p:spPr>
            <a:xfrm>
              <a:off x="11143122" y="221560"/>
              <a:ext cx="858378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ru-RU" sz="2800" dirty="0">
                  <a:latin typeface="Comfortaa Medium" pitchFamily="2" charset="0"/>
                </a:rPr>
                <a:t>3/11</a:t>
              </a:r>
            </a:p>
          </p:txBody>
        </p:sp>
      </p:grpSp>
      <p:sp>
        <p:nvSpPr>
          <p:cNvPr id="37" name="Заголовок 1">
            <a:extLst>
              <a:ext uri="{FF2B5EF4-FFF2-40B4-BE49-F238E27FC236}">
                <a16:creationId xmlns:a16="http://schemas.microsoft.com/office/drawing/2014/main" id="{DF48DF52-9C21-33D7-D65C-48BF51610B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6324" y="228389"/>
            <a:ext cx="10066797" cy="509563"/>
          </a:xfrm>
        </p:spPr>
        <p:txBody>
          <a:bodyPr>
            <a:noAutofit/>
          </a:bodyPr>
          <a:lstStyle/>
          <a:p>
            <a:r>
              <a:rPr lang="ru-RU" sz="3200" dirty="0">
                <a:latin typeface="Comfortaa Medium" pitchFamily="2" charset="0"/>
              </a:rPr>
              <a:t>Целевая аудитория</a:t>
            </a:r>
          </a:p>
        </p:txBody>
      </p:sp>
      <p:grpSp>
        <p:nvGrpSpPr>
          <p:cNvPr id="55" name="Группа 54">
            <a:extLst>
              <a:ext uri="{FF2B5EF4-FFF2-40B4-BE49-F238E27FC236}">
                <a16:creationId xmlns:a16="http://schemas.microsoft.com/office/drawing/2014/main" id="{B668F218-94DA-241A-1D25-F78CB22DA5A5}"/>
              </a:ext>
            </a:extLst>
          </p:cNvPr>
          <p:cNvGrpSpPr/>
          <p:nvPr/>
        </p:nvGrpSpPr>
        <p:grpSpPr>
          <a:xfrm>
            <a:off x="1277367" y="1667282"/>
            <a:ext cx="3156980" cy="3732357"/>
            <a:chOff x="1041394" y="1667282"/>
            <a:chExt cx="3156980" cy="3732357"/>
          </a:xfrm>
        </p:grpSpPr>
        <p:sp>
          <p:nvSpPr>
            <p:cNvPr id="45" name="Прямоугольник: скругленные углы 44">
              <a:extLst>
                <a:ext uri="{FF2B5EF4-FFF2-40B4-BE49-F238E27FC236}">
                  <a16:creationId xmlns:a16="http://schemas.microsoft.com/office/drawing/2014/main" id="{672A310A-91B1-96D1-7256-D923F900F72E}"/>
                </a:ext>
              </a:extLst>
            </p:cNvPr>
            <p:cNvSpPr/>
            <p:nvPr/>
          </p:nvSpPr>
          <p:spPr>
            <a:xfrm>
              <a:off x="1041394" y="1667282"/>
              <a:ext cx="3156980" cy="3732357"/>
            </a:xfrm>
            <a:prstGeom prst="roundRect">
              <a:avLst>
                <a:gd name="adj" fmla="val 4689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  <p:pic>
          <p:nvPicPr>
            <p:cNvPr id="3074" name="Picture 2" descr="Более 70 работ на тему «колледж парк иллюстрации»: стоковые фото, картинки  и изображения royalty-free - iStock">
              <a:extLst>
                <a:ext uri="{FF2B5EF4-FFF2-40B4-BE49-F238E27FC236}">
                  <a16:creationId xmlns:a16="http://schemas.microsoft.com/office/drawing/2014/main" id="{B27A964A-CB08-4BCA-764A-2AD159EAD6B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2">
              <a:biLevel thresh="50000"/>
              <a:extLst>
                <a:ext uri="{BEBA8EAE-BF5A-486C-A8C5-ECC9F3942E4B}">
                  <a14:imgProps xmlns:a14="http://schemas.microsoft.com/office/drawing/2010/main">
                    <a14:imgLayer r:embed="rId13">
                      <a14:imgEffect>
                        <a14:backgroundRemoval t="24673" b="75817" l="24510" r="74510">
                          <a14:foregroundMark x1="30229" y1="41993" x2="29902" y2="41993"/>
                          <a14:foregroundMark x1="27778" y1="54085" x2="27778" y2="54085"/>
                          <a14:foregroundMark x1="50163" y1="50163" x2="50163" y2="50163"/>
                          <a14:foregroundMark x1="72712" y1="53105" x2="72712" y2="53105"/>
                          <a14:foregroundMark x1="74510" y1="46242" x2="74510" y2="46242"/>
                          <a14:foregroundMark x1="64216" y1="73366" x2="64216" y2="73366"/>
                          <a14:foregroundMark x1="50490" y1="74183" x2="50490" y2="74183"/>
                          <a14:foregroundMark x1="47876" y1="74346" x2="47876" y2="74346"/>
                          <a14:foregroundMark x1="24673" y1="74183" x2="24673" y2="74183"/>
                          <a14:foregroundMark x1="27288" y1="75817" x2="27288" y2="75817"/>
                          <a14:foregroundMark x1="55229" y1="27124" x2="55229" y2="27124"/>
                          <a14:foregroundMark x1="49673" y1="24673" x2="49673" y2="24673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1326" t="22494" r="22676" b="22296"/>
            <a:stretch>
              <a:fillRect/>
            </a:stretch>
          </p:blipFill>
          <p:spPr bwMode="auto">
            <a:xfrm>
              <a:off x="1561772" y="2135385"/>
              <a:ext cx="2116224" cy="208641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CABC9447-49B4-8D28-5198-E2812D3E99EE}"/>
                </a:ext>
              </a:extLst>
            </p:cNvPr>
            <p:cNvSpPr txBox="1"/>
            <p:nvPr/>
          </p:nvSpPr>
          <p:spPr>
            <a:xfrm>
              <a:off x="1041394" y="4544874"/>
              <a:ext cx="315698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indent="0" algn="ctr">
                <a:buNone/>
              </a:pPr>
              <a:r>
                <a:rPr lang="ru-RU" dirty="0">
                  <a:latin typeface="Comfortaa Medium" pitchFamily="2" charset="0"/>
                </a:rPr>
                <a:t>Сотрудники колледжа </a:t>
              </a:r>
            </a:p>
          </p:txBody>
        </p:sp>
      </p:grpSp>
      <p:grpSp>
        <p:nvGrpSpPr>
          <p:cNvPr id="58" name="Группа 57">
            <a:extLst>
              <a:ext uri="{FF2B5EF4-FFF2-40B4-BE49-F238E27FC236}">
                <a16:creationId xmlns:a16="http://schemas.microsoft.com/office/drawing/2014/main" id="{69C73553-D1F0-BC41-C3CF-0E6A4AA3A655}"/>
              </a:ext>
            </a:extLst>
          </p:cNvPr>
          <p:cNvGrpSpPr/>
          <p:nvPr/>
        </p:nvGrpSpPr>
        <p:grpSpPr>
          <a:xfrm>
            <a:off x="4932510" y="1703727"/>
            <a:ext cx="3156980" cy="3732357"/>
            <a:chOff x="4932510" y="1703727"/>
            <a:chExt cx="3156980" cy="3732357"/>
          </a:xfrm>
        </p:grpSpPr>
        <p:grpSp>
          <p:nvGrpSpPr>
            <p:cNvPr id="54" name="Группа 53">
              <a:extLst>
                <a:ext uri="{FF2B5EF4-FFF2-40B4-BE49-F238E27FC236}">
                  <a16:creationId xmlns:a16="http://schemas.microsoft.com/office/drawing/2014/main" id="{1CA3B8BC-5630-AB17-C767-29D1F630DE41}"/>
                </a:ext>
              </a:extLst>
            </p:cNvPr>
            <p:cNvGrpSpPr/>
            <p:nvPr/>
          </p:nvGrpSpPr>
          <p:grpSpPr>
            <a:xfrm>
              <a:off x="4932510" y="1703727"/>
              <a:ext cx="3156980" cy="3732357"/>
              <a:chOff x="4836648" y="1703727"/>
              <a:chExt cx="3156980" cy="3732357"/>
            </a:xfrm>
          </p:grpSpPr>
          <p:sp>
            <p:nvSpPr>
              <p:cNvPr id="47" name="Прямоугольник: скругленные углы 46">
                <a:extLst>
                  <a:ext uri="{FF2B5EF4-FFF2-40B4-BE49-F238E27FC236}">
                    <a16:creationId xmlns:a16="http://schemas.microsoft.com/office/drawing/2014/main" id="{B1B5234B-2937-EF70-546B-A8F040F243C2}"/>
                  </a:ext>
                </a:extLst>
              </p:cNvPr>
              <p:cNvSpPr/>
              <p:nvPr/>
            </p:nvSpPr>
            <p:spPr>
              <a:xfrm>
                <a:off x="4836648" y="1703727"/>
                <a:ext cx="3156980" cy="3732357"/>
              </a:xfrm>
              <a:prstGeom prst="roundRect">
                <a:avLst>
                  <a:gd name="adj" fmla="val 4689"/>
                </a:avLst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E5B6AC38-B55B-1EE9-B637-F6B36BDE7F5D}"/>
                  </a:ext>
                </a:extLst>
              </p:cNvPr>
              <p:cNvSpPr txBox="1"/>
              <p:nvPr/>
            </p:nvSpPr>
            <p:spPr>
              <a:xfrm>
                <a:off x="4836648" y="4581319"/>
                <a:ext cx="315698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 algn="ctr">
                  <a:buNone/>
                </a:pPr>
                <a:r>
                  <a:rPr lang="ru-RU" dirty="0">
                    <a:latin typeface="Comfortaa Medium" pitchFamily="2" charset="0"/>
                  </a:rPr>
                  <a:t>Коменданты</a:t>
                </a:r>
              </a:p>
            </p:txBody>
          </p:sp>
        </p:grpSp>
        <p:pic>
          <p:nvPicPr>
            <p:cNvPr id="56" name="Picture 4" descr="Корпуса и корпуса для ноутбуков Компьютерные иконки, Ноутбук, электроника,  прямоугольник png | PNGEgg">
              <a:extLst>
                <a:ext uri="{FF2B5EF4-FFF2-40B4-BE49-F238E27FC236}">
                  <a16:creationId xmlns:a16="http://schemas.microsoft.com/office/drawing/2014/main" id="{4AADC2EE-5AAB-B45D-9931-67E3DE0A185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4">
              <a:extLst>
                <a:ext uri="{BEBA8EAE-BF5A-486C-A8C5-ECC9F3942E4B}">
                  <a14:imgProps xmlns:a14="http://schemas.microsoft.com/office/drawing/2010/main">
                    <a14:imgLayer r:embed="rId15">
                      <a14:imgEffect>
                        <a14:backgroundRemoval t="10000" b="90000" l="10000" r="9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934" t="8844" r="20935" b="8844"/>
            <a:stretch>
              <a:fillRect/>
            </a:stretch>
          </p:blipFill>
          <p:spPr bwMode="auto">
            <a:xfrm>
              <a:off x="5401022" y="2486555"/>
              <a:ext cx="2219956" cy="178822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59" name="Группа 58">
            <a:extLst>
              <a:ext uri="{FF2B5EF4-FFF2-40B4-BE49-F238E27FC236}">
                <a16:creationId xmlns:a16="http://schemas.microsoft.com/office/drawing/2014/main" id="{9B7602A2-2FDF-C8B2-6C24-54325DC86F6D}"/>
              </a:ext>
            </a:extLst>
          </p:cNvPr>
          <p:cNvGrpSpPr/>
          <p:nvPr/>
        </p:nvGrpSpPr>
        <p:grpSpPr>
          <a:xfrm>
            <a:off x="8587653" y="1703727"/>
            <a:ext cx="3156980" cy="3732357"/>
            <a:chOff x="8587653" y="1703727"/>
            <a:chExt cx="3156980" cy="3732357"/>
          </a:xfrm>
        </p:grpSpPr>
        <p:grpSp>
          <p:nvGrpSpPr>
            <p:cNvPr id="53" name="Группа 52">
              <a:extLst>
                <a:ext uri="{FF2B5EF4-FFF2-40B4-BE49-F238E27FC236}">
                  <a16:creationId xmlns:a16="http://schemas.microsoft.com/office/drawing/2014/main" id="{1D97C07C-3177-14F0-6015-F83B72D7CD23}"/>
                </a:ext>
              </a:extLst>
            </p:cNvPr>
            <p:cNvGrpSpPr/>
            <p:nvPr/>
          </p:nvGrpSpPr>
          <p:grpSpPr>
            <a:xfrm>
              <a:off x="8587653" y="1703727"/>
              <a:ext cx="3156980" cy="3732357"/>
              <a:chOff x="8351680" y="1703727"/>
              <a:chExt cx="3156980" cy="3732357"/>
            </a:xfrm>
          </p:grpSpPr>
          <p:sp>
            <p:nvSpPr>
              <p:cNvPr id="50" name="Прямоугольник: скругленные углы 49">
                <a:extLst>
                  <a:ext uri="{FF2B5EF4-FFF2-40B4-BE49-F238E27FC236}">
                    <a16:creationId xmlns:a16="http://schemas.microsoft.com/office/drawing/2014/main" id="{24239B64-5F5D-6950-4554-29F0D85EBE6B}"/>
                  </a:ext>
                </a:extLst>
              </p:cNvPr>
              <p:cNvSpPr/>
              <p:nvPr/>
            </p:nvSpPr>
            <p:spPr>
              <a:xfrm>
                <a:off x="8351680" y="1703727"/>
                <a:ext cx="3156980" cy="3732357"/>
              </a:xfrm>
              <a:prstGeom prst="roundRect">
                <a:avLst>
                  <a:gd name="adj" fmla="val 4689"/>
                </a:avLst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691BCC79-35C4-2EB1-2432-E8814CE9A578}"/>
                  </a:ext>
                </a:extLst>
              </p:cNvPr>
              <p:cNvSpPr txBox="1"/>
              <p:nvPr/>
            </p:nvSpPr>
            <p:spPr>
              <a:xfrm>
                <a:off x="8351680" y="4581319"/>
                <a:ext cx="315698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 algn="ctr">
                  <a:buNone/>
                </a:pPr>
                <a:r>
                  <a:rPr lang="ru-RU" dirty="0">
                    <a:latin typeface="Comfortaa Medium" pitchFamily="2" charset="0"/>
                  </a:rPr>
                  <a:t>Воспитатели</a:t>
                </a:r>
              </a:p>
            </p:txBody>
          </p:sp>
        </p:grpSp>
        <p:pic>
          <p:nvPicPr>
            <p:cNvPr id="57" name="Picture 6" descr="Иконка «Мобильный телефон» | MyWebIcons">
              <a:extLst>
                <a:ext uri="{FF2B5EF4-FFF2-40B4-BE49-F238E27FC236}">
                  <a16:creationId xmlns:a16="http://schemas.microsoft.com/office/drawing/2014/main" id="{3279BDCE-9155-491C-28A0-84D474BAFAA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027067" y="2241592"/>
              <a:ext cx="2278152" cy="227815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404263892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CC2D230-5E2F-E325-51E5-751E18A28D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F8179BD8-434D-E377-5979-C4FA626D1747}"/>
              </a:ext>
            </a:extLst>
          </p:cNvPr>
          <p:cNvSpPr/>
          <p:nvPr/>
        </p:nvSpPr>
        <p:spPr>
          <a:xfrm>
            <a:off x="0" y="0"/>
            <a:ext cx="762000" cy="6858000"/>
          </a:xfrm>
          <a:prstGeom prst="rect">
            <a:avLst/>
          </a:prstGeom>
          <a:solidFill>
            <a:srgbClr val="FFA72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7" name="Группа 6">
            <a:extLst>
              <a:ext uri="{FF2B5EF4-FFF2-40B4-BE49-F238E27FC236}">
                <a16:creationId xmlns:a16="http://schemas.microsoft.com/office/drawing/2014/main" id="{A2F39621-8D97-E7F5-6230-E62C9BE3E31B}"/>
              </a:ext>
            </a:extLst>
          </p:cNvPr>
          <p:cNvGrpSpPr/>
          <p:nvPr/>
        </p:nvGrpSpPr>
        <p:grpSpPr>
          <a:xfrm>
            <a:off x="102394" y="190499"/>
            <a:ext cx="557212" cy="532449"/>
            <a:chOff x="102394" y="190499"/>
            <a:chExt cx="557212" cy="532449"/>
          </a:xfrm>
        </p:grpSpPr>
        <p:grpSp>
          <p:nvGrpSpPr>
            <p:cNvPr id="8" name="Группа 7">
              <a:extLst>
                <a:ext uri="{FF2B5EF4-FFF2-40B4-BE49-F238E27FC236}">
                  <a16:creationId xmlns:a16="http://schemas.microsoft.com/office/drawing/2014/main" id="{558FBF24-B85F-1CF1-1DCC-1A922877D3EE}"/>
                </a:ext>
              </a:extLst>
            </p:cNvPr>
            <p:cNvGrpSpPr/>
            <p:nvPr/>
          </p:nvGrpSpPr>
          <p:grpSpPr>
            <a:xfrm>
              <a:off x="190500" y="190499"/>
              <a:ext cx="381000" cy="381000"/>
              <a:chOff x="190500" y="190499"/>
              <a:chExt cx="381000" cy="381000"/>
            </a:xfrm>
          </p:grpSpPr>
          <p:sp>
            <p:nvSpPr>
              <p:cNvPr id="10" name="Прямоугольник: скругленные углы 9">
                <a:extLst>
                  <a:ext uri="{FF2B5EF4-FFF2-40B4-BE49-F238E27FC236}">
                    <a16:creationId xmlns:a16="http://schemas.microsoft.com/office/drawing/2014/main" id="{C8B49818-89C4-C906-29BB-8FF585F0470F}"/>
                  </a:ext>
                </a:extLst>
              </p:cNvPr>
              <p:cNvSpPr/>
              <p:nvPr/>
            </p:nvSpPr>
            <p:spPr>
              <a:xfrm>
                <a:off x="190500" y="190499"/>
                <a:ext cx="381000" cy="381000"/>
              </a:xfrm>
              <a:prstGeom prst="roundRect">
                <a:avLst/>
              </a:prstGeom>
              <a:solidFill>
                <a:srgbClr val="FFB951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 dirty="0"/>
              </a:p>
            </p:txBody>
          </p:sp>
          <p:pic>
            <p:nvPicPr>
              <p:cNvPr id="11" name="Рисунок 10">
                <a:extLst>
                  <a:ext uri="{FF2B5EF4-FFF2-40B4-BE49-F238E27FC236}">
                    <a16:creationId xmlns:a16="http://schemas.microsoft.com/office/drawing/2014/main" id="{DDDD813E-778C-61A1-2F5D-0DF7579F816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61937" y="261936"/>
                <a:ext cx="238126" cy="238126"/>
              </a:xfrm>
              <a:prstGeom prst="rect">
                <a:avLst/>
              </a:prstGeom>
              <a:ln>
                <a:noFill/>
              </a:ln>
            </p:spPr>
          </p:pic>
        </p:grpSp>
        <p:cxnSp>
          <p:nvCxnSpPr>
            <p:cNvPr id="9" name="Прямая соединительная линия 8">
              <a:extLst>
                <a:ext uri="{FF2B5EF4-FFF2-40B4-BE49-F238E27FC236}">
                  <a16:creationId xmlns:a16="http://schemas.microsoft.com/office/drawing/2014/main" id="{5F58E534-8616-6CA2-546B-B5952FFAA2D3}"/>
                </a:ext>
              </a:extLst>
            </p:cNvPr>
            <p:cNvCxnSpPr>
              <a:cxnSpLocks/>
            </p:cNvCxnSpPr>
            <p:nvPr/>
          </p:nvCxnSpPr>
          <p:spPr>
            <a:xfrm>
              <a:off x="102394" y="722948"/>
              <a:ext cx="557212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8A170462-05E0-7B49-9C7B-40D23D49E2FD}"/>
              </a:ext>
            </a:extLst>
          </p:cNvPr>
          <p:cNvSpPr/>
          <p:nvPr/>
        </p:nvSpPr>
        <p:spPr>
          <a:xfrm>
            <a:off x="190500" y="2304596"/>
            <a:ext cx="381000" cy="381000"/>
          </a:xfrm>
          <a:prstGeom prst="roundRect">
            <a:avLst/>
          </a:prstGeom>
          <a:solidFill>
            <a:srgbClr val="FFB951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grpSp>
        <p:nvGrpSpPr>
          <p:cNvPr id="13" name="Группа 12">
            <a:extLst>
              <a:ext uri="{FF2B5EF4-FFF2-40B4-BE49-F238E27FC236}">
                <a16:creationId xmlns:a16="http://schemas.microsoft.com/office/drawing/2014/main" id="{1CD50526-013A-B287-C8DD-E07A2D820101}"/>
              </a:ext>
            </a:extLst>
          </p:cNvPr>
          <p:cNvGrpSpPr/>
          <p:nvPr/>
        </p:nvGrpSpPr>
        <p:grpSpPr>
          <a:xfrm>
            <a:off x="279395" y="984234"/>
            <a:ext cx="203210" cy="3966022"/>
            <a:chOff x="279395" y="984234"/>
            <a:chExt cx="203210" cy="3966022"/>
          </a:xfrm>
        </p:grpSpPr>
        <p:pic>
          <p:nvPicPr>
            <p:cNvPr id="14" name="Рисунок 13">
              <a:extLst>
                <a:ext uri="{FF2B5EF4-FFF2-40B4-BE49-F238E27FC236}">
                  <a16:creationId xmlns:a16="http://schemas.microsoft.com/office/drawing/2014/main" id="{1F80BFD0-93B3-906B-5B32-BFF62408E82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984234"/>
              <a:ext cx="203210" cy="203210"/>
            </a:xfrm>
            <a:prstGeom prst="rect">
              <a:avLst/>
            </a:prstGeom>
          </p:spPr>
        </p:pic>
        <p:pic>
          <p:nvPicPr>
            <p:cNvPr id="15" name="Рисунок 14">
              <a:extLst>
                <a:ext uri="{FF2B5EF4-FFF2-40B4-BE49-F238E27FC236}">
                  <a16:creationId xmlns:a16="http://schemas.microsoft.com/office/drawing/2014/main" id="{7D5273A5-192C-6B3B-1AED-2030CEEA5E7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1456731"/>
              <a:ext cx="203210" cy="203210"/>
            </a:xfrm>
            <a:prstGeom prst="rect">
              <a:avLst/>
            </a:prstGeom>
          </p:spPr>
        </p:pic>
        <p:pic>
          <p:nvPicPr>
            <p:cNvPr id="16" name="Рисунок 15">
              <a:extLst>
                <a:ext uri="{FF2B5EF4-FFF2-40B4-BE49-F238E27FC236}">
                  <a16:creationId xmlns:a16="http://schemas.microsoft.com/office/drawing/2014/main" id="{937E262B-A07C-3B38-E457-CB20BF39568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3802516"/>
              <a:ext cx="203210" cy="203210"/>
            </a:xfrm>
            <a:prstGeom prst="rect">
              <a:avLst/>
            </a:prstGeom>
          </p:spPr>
        </p:pic>
        <p:pic>
          <p:nvPicPr>
            <p:cNvPr id="17" name="Рисунок 16">
              <a:extLst>
                <a:ext uri="{FF2B5EF4-FFF2-40B4-BE49-F238E27FC236}">
                  <a16:creationId xmlns:a16="http://schemas.microsoft.com/office/drawing/2014/main" id="{AEAB7EDC-D066-C067-2F07-AF2D3BE24AA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2857986"/>
              <a:ext cx="203210" cy="203210"/>
            </a:xfrm>
            <a:prstGeom prst="rect">
              <a:avLst/>
            </a:prstGeom>
          </p:spPr>
        </p:pic>
        <p:pic>
          <p:nvPicPr>
            <p:cNvPr id="18" name="Рисунок 17">
              <a:extLst>
                <a:ext uri="{FF2B5EF4-FFF2-40B4-BE49-F238E27FC236}">
                  <a16:creationId xmlns:a16="http://schemas.microsoft.com/office/drawing/2014/main" id="{6E9F2699-4F0F-FDCA-0D12-5B9A1BF1BCAB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2393491"/>
              <a:ext cx="203210" cy="203210"/>
            </a:xfrm>
            <a:prstGeom prst="rect">
              <a:avLst/>
            </a:prstGeom>
          </p:spPr>
        </p:pic>
        <p:pic>
          <p:nvPicPr>
            <p:cNvPr id="19" name="Рисунок 18">
              <a:extLst>
                <a:ext uri="{FF2B5EF4-FFF2-40B4-BE49-F238E27FC236}">
                  <a16:creationId xmlns:a16="http://schemas.microsoft.com/office/drawing/2014/main" id="{B0CFADE7-8FC0-3583-853F-D7FB423C21A1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3330251"/>
              <a:ext cx="203210" cy="203210"/>
            </a:xfrm>
            <a:prstGeom prst="rect">
              <a:avLst/>
            </a:prstGeom>
          </p:spPr>
        </p:pic>
        <p:pic>
          <p:nvPicPr>
            <p:cNvPr id="20" name="Рисунок 19">
              <a:extLst>
                <a:ext uri="{FF2B5EF4-FFF2-40B4-BE49-F238E27FC236}">
                  <a16:creationId xmlns:a16="http://schemas.microsoft.com/office/drawing/2014/main" id="{38C65E3B-42B8-A780-D438-501BB0FC00D3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4274781"/>
              <a:ext cx="203210" cy="203210"/>
            </a:xfrm>
            <a:prstGeom prst="rect">
              <a:avLst/>
            </a:prstGeom>
          </p:spPr>
        </p:pic>
        <p:pic>
          <p:nvPicPr>
            <p:cNvPr id="21" name="Рисунок 20">
              <a:extLst>
                <a:ext uri="{FF2B5EF4-FFF2-40B4-BE49-F238E27FC236}">
                  <a16:creationId xmlns:a16="http://schemas.microsoft.com/office/drawing/2014/main" id="{09DB4D76-B5CA-54F8-DC7F-A0F0CC1F066F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1925227"/>
              <a:ext cx="203210" cy="203210"/>
            </a:xfrm>
            <a:prstGeom prst="rect">
              <a:avLst/>
            </a:prstGeom>
          </p:spPr>
        </p:pic>
        <p:pic>
          <p:nvPicPr>
            <p:cNvPr id="22" name="Рисунок 21">
              <a:extLst>
                <a:ext uri="{FF2B5EF4-FFF2-40B4-BE49-F238E27FC236}">
                  <a16:creationId xmlns:a16="http://schemas.microsoft.com/office/drawing/2014/main" id="{87D4708C-5DC7-8CF3-DA1C-515F16FCAB27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4747046"/>
              <a:ext cx="203210" cy="203210"/>
            </a:xfrm>
            <a:prstGeom prst="rect">
              <a:avLst/>
            </a:prstGeom>
          </p:spPr>
        </p:pic>
      </p:grpSp>
      <p:grpSp>
        <p:nvGrpSpPr>
          <p:cNvPr id="30" name="Группа 29">
            <a:extLst>
              <a:ext uri="{FF2B5EF4-FFF2-40B4-BE49-F238E27FC236}">
                <a16:creationId xmlns:a16="http://schemas.microsoft.com/office/drawing/2014/main" id="{640EE331-EACE-0411-88AA-51F3B2801793}"/>
              </a:ext>
            </a:extLst>
          </p:cNvPr>
          <p:cNvGrpSpPr/>
          <p:nvPr/>
        </p:nvGrpSpPr>
        <p:grpSpPr>
          <a:xfrm>
            <a:off x="861468" y="106931"/>
            <a:ext cx="11206162" cy="786262"/>
            <a:chOff x="883444" y="90039"/>
            <a:chExt cx="11206162" cy="786262"/>
          </a:xfrm>
        </p:grpSpPr>
        <p:sp>
          <p:nvSpPr>
            <p:cNvPr id="31" name="Прямоугольник: скругленные углы 30">
              <a:extLst>
                <a:ext uri="{FF2B5EF4-FFF2-40B4-BE49-F238E27FC236}">
                  <a16:creationId xmlns:a16="http://schemas.microsoft.com/office/drawing/2014/main" id="{86675127-E6A3-8C2B-5FD3-DBF0040BE859}"/>
                </a:ext>
              </a:extLst>
            </p:cNvPr>
            <p:cNvSpPr/>
            <p:nvPr/>
          </p:nvSpPr>
          <p:spPr>
            <a:xfrm>
              <a:off x="883444" y="90039"/>
              <a:ext cx="11206162" cy="786262"/>
            </a:xfrm>
            <a:prstGeom prst="roundRect">
              <a:avLst>
                <a:gd name="adj" fmla="val 4689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686F1E44-675C-14A8-954D-5CEA94321389}"/>
                </a:ext>
              </a:extLst>
            </p:cNvPr>
            <p:cNvSpPr txBox="1"/>
            <p:nvPr/>
          </p:nvSpPr>
          <p:spPr>
            <a:xfrm>
              <a:off x="11143122" y="221560"/>
              <a:ext cx="858378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ru-RU" sz="2800" dirty="0">
                  <a:latin typeface="Comfortaa Medium" pitchFamily="2" charset="0"/>
                </a:rPr>
                <a:t>4/11</a:t>
              </a:r>
            </a:p>
          </p:txBody>
        </p:sp>
      </p:grpSp>
      <p:sp>
        <p:nvSpPr>
          <p:cNvPr id="33" name="Заголовок 1">
            <a:extLst>
              <a:ext uri="{FF2B5EF4-FFF2-40B4-BE49-F238E27FC236}">
                <a16:creationId xmlns:a16="http://schemas.microsoft.com/office/drawing/2014/main" id="{0BC68D25-943F-54DB-C85C-1B6CC3F3FA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6324" y="228389"/>
            <a:ext cx="10066797" cy="509563"/>
          </a:xfrm>
        </p:spPr>
        <p:txBody>
          <a:bodyPr>
            <a:noAutofit/>
          </a:bodyPr>
          <a:lstStyle/>
          <a:p>
            <a:r>
              <a:rPr lang="ru-RU" sz="3200" dirty="0">
                <a:latin typeface="Comfortaa Medium" pitchFamily="2" charset="0"/>
              </a:rPr>
              <a:t>Цель</a:t>
            </a:r>
          </a:p>
        </p:txBody>
      </p:sp>
      <p:grpSp>
        <p:nvGrpSpPr>
          <p:cNvPr id="26" name="Группа 25">
            <a:extLst>
              <a:ext uri="{FF2B5EF4-FFF2-40B4-BE49-F238E27FC236}">
                <a16:creationId xmlns:a16="http://schemas.microsoft.com/office/drawing/2014/main" id="{000D640C-E531-52FB-47F5-107B814FC764}"/>
              </a:ext>
            </a:extLst>
          </p:cNvPr>
          <p:cNvGrpSpPr/>
          <p:nvPr/>
        </p:nvGrpSpPr>
        <p:grpSpPr>
          <a:xfrm>
            <a:off x="861468" y="1014651"/>
            <a:ext cx="11165127" cy="914400"/>
            <a:chOff x="902503" y="5281007"/>
            <a:chExt cx="11165127" cy="914400"/>
          </a:xfrm>
        </p:grpSpPr>
        <p:sp>
          <p:nvSpPr>
            <p:cNvPr id="24" name="Прямоугольник: скругленные углы 23">
              <a:extLst>
                <a:ext uri="{FF2B5EF4-FFF2-40B4-BE49-F238E27FC236}">
                  <a16:creationId xmlns:a16="http://schemas.microsoft.com/office/drawing/2014/main" id="{4B02BAC1-B22E-517E-186A-FB73DF66B5DD}"/>
                </a:ext>
              </a:extLst>
            </p:cNvPr>
            <p:cNvSpPr/>
            <p:nvPr/>
          </p:nvSpPr>
          <p:spPr>
            <a:xfrm>
              <a:off x="923021" y="5281007"/>
              <a:ext cx="11124091" cy="914400"/>
            </a:xfrm>
            <a:prstGeom prst="roundRect">
              <a:avLst>
                <a:gd name="adj" fmla="val 4689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  <p:grpSp>
          <p:nvGrpSpPr>
            <p:cNvPr id="25" name="Группа 24">
              <a:extLst>
                <a:ext uri="{FF2B5EF4-FFF2-40B4-BE49-F238E27FC236}">
                  <a16:creationId xmlns:a16="http://schemas.microsoft.com/office/drawing/2014/main" id="{ECCE9956-BE87-634D-FD3E-7704307BE1D2}"/>
                </a:ext>
              </a:extLst>
            </p:cNvPr>
            <p:cNvGrpSpPr/>
            <p:nvPr/>
          </p:nvGrpSpPr>
          <p:grpSpPr>
            <a:xfrm>
              <a:off x="902503" y="5368875"/>
              <a:ext cx="11165127" cy="738664"/>
              <a:chOff x="902503" y="5331316"/>
              <a:chExt cx="11165127" cy="738664"/>
            </a:xfrm>
          </p:grpSpPr>
          <p:sp>
            <p:nvSpPr>
              <p:cNvPr id="84" name="TextBox 83">
                <a:extLst>
                  <a:ext uri="{FF2B5EF4-FFF2-40B4-BE49-F238E27FC236}">
                    <a16:creationId xmlns:a16="http://schemas.microsoft.com/office/drawing/2014/main" id="{FFEF581E-062D-5219-D5E2-E90588C873A5}"/>
                  </a:ext>
                </a:extLst>
              </p:cNvPr>
              <p:cNvSpPr txBox="1"/>
              <p:nvPr/>
            </p:nvSpPr>
            <p:spPr>
              <a:xfrm>
                <a:off x="902503" y="5331316"/>
                <a:ext cx="11124091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ru-RU" sz="1800" b="1" i="0" u="none" strike="noStrike" cap="none" dirty="0">
                    <a:solidFill>
                      <a:srgbClr val="0E0E0E"/>
                    </a:solidFill>
                    <a:latin typeface="Comfortaa SemiBold" pitchFamily="2" charset="0"/>
                    <a:ea typeface="Pacifico"/>
                    <a:cs typeface="Pacifico"/>
                    <a:sym typeface="Pacifico"/>
                  </a:rPr>
                  <a:t>Создание веб</a:t>
                </a:r>
                <a:r>
                  <a:rPr lang="en-US" sz="1800" b="1" i="0" u="none" strike="noStrike" cap="none" dirty="0">
                    <a:solidFill>
                      <a:srgbClr val="0E0E0E"/>
                    </a:solidFill>
                    <a:latin typeface="Comfortaa SemiBold" pitchFamily="2" charset="0"/>
                    <a:ea typeface="Pacifico"/>
                    <a:cs typeface="Pacifico"/>
                    <a:sym typeface="Pacifico"/>
                  </a:rPr>
                  <a:t>-</a:t>
                </a:r>
                <a:r>
                  <a:rPr lang="ru-RU" sz="1800" b="1" i="0" u="none" strike="noStrike" cap="none" dirty="0">
                    <a:solidFill>
                      <a:srgbClr val="0E0E0E"/>
                    </a:solidFill>
                    <a:latin typeface="Comfortaa SemiBold" pitchFamily="2" charset="0"/>
                    <a:ea typeface="Pacifico"/>
                    <a:cs typeface="Pacifico"/>
                    <a:sym typeface="Pacifico"/>
                  </a:rPr>
                  <a:t>приложения</a:t>
                </a:r>
                <a:endParaRPr lang="ru-RU" sz="1800" b="1" i="0" u="none" strike="noStrike" cap="none" dirty="0">
                  <a:solidFill>
                    <a:schemeClr val="dk1"/>
                  </a:solidFill>
                  <a:latin typeface="Comfortaa SemiBold" pitchFamily="2" charset="0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86" name="TextBox 85">
                <a:extLst>
                  <a:ext uri="{FF2B5EF4-FFF2-40B4-BE49-F238E27FC236}">
                    <a16:creationId xmlns:a16="http://schemas.microsoft.com/office/drawing/2014/main" id="{AF0EA88D-FEF7-72B0-DCF0-3D156DDF4C27}"/>
                  </a:ext>
                </a:extLst>
              </p:cNvPr>
              <p:cNvSpPr txBox="1"/>
              <p:nvPr/>
            </p:nvSpPr>
            <p:spPr>
              <a:xfrm>
                <a:off x="943539" y="5700648"/>
                <a:ext cx="11124091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ru-RU" dirty="0">
                    <a:solidFill>
                      <a:srgbClr val="0E0E0E"/>
                    </a:solidFill>
                    <a:latin typeface="Calibri"/>
                    <a:ea typeface="Calibri"/>
                    <a:cs typeface="Poppins"/>
                    <a:sym typeface="Poppins"/>
                  </a:rPr>
                  <a:t>к</a:t>
                </a:r>
                <a:r>
                  <a:rPr lang="ru-RU" sz="1800" dirty="0">
                    <a:solidFill>
                      <a:srgbClr val="0E0E0E"/>
                    </a:solidFill>
                    <a:latin typeface="Calibri"/>
                    <a:ea typeface="Calibri"/>
                    <a:cs typeface="Poppins"/>
                    <a:sym typeface="Poppins"/>
                  </a:rPr>
                  <a:t>оторое будет обеспечивать упрощенную форму учета </a:t>
                </a:r>
                <a:r>
                  <a:rPr lang="ru-RU" dirty="0">
                    <a:solidFill>
                      <a:srgbClr val="0E0E0E"/>
                    </a:solidFill>
                    <a:latin typeface="Calibri"/>
                    <a:ea typeface="Calibri"/>
                    <a:cs typeface="Poppins"/>
                    <a:sym typeface="Poppins"/>
                  </a:rPr>
                  <a:t>данных о студентах проживающих в общежитии</a:t>
                </a:r>
                <a:endParaRPr lang="ru-RU" sz="1800" b="0" i="0" u="none" strike="noStrike" cap="none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pic>
        <p:nvPicPr>
          <p:cNvPr id="88" name="Рисунок 87" descr="Изображение выглядит как текст, Мобильный телефон, снимок экрана, Мобильное устройство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65A9494A-9FE4-7442-8CBE-86A937BFB350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85218" y="2126481"/>
            <a:ext cx="2200995" cy="4499810"/>
          </a:xfrm>
          <a:prstGeom prst="rect">
            <a:avLst/>
          </a:prstGeom>
        </p:spPr>
      </p:pic>
      <p:pic>
        <p:nvPicPr>
          <p:cNvPr id="38" name="Рисунок 37" descr="Изображение выглядит как текст, снимок экрана, программное обеспечение, мультимеди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8B94A15A-73E2-596E-2234-991E2071FEC4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8752" y="2126481"/>
            <a:ext cx="6318882" cy="44998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202925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8BC4A3A-E7AE-1EEA-AACD-F062DA6D13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1DBD17C0-A51A-CF5A-789B-FCA8B006F758}"/>
              </a:ext>
            </a:extLst>
          </p:cNvPr>
          <p:cNvSpPr/>
          <p:nvPr/>
        </p:nvSpPr>
        <p:spPr>
          <a:xfrm>
            <a:off x="0" y="0"/>
            <a:ext cx="762000" cy="6858000"/>
          </a:xfrm>
          <a:prstGeom prst="rect">
            <a:avLst/>
          </a:prstGeom>
          <a:solidFill>
            <a:srgbClr val="FFA72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12" name="Группа 11">
            <a:extLst>
              <a:ext uri="{FF2B5EF4-FFF2-40B4-BE49-F238E27FC236}">
                <a16:creationId xmlns:a16="http://schemas.microsoft.com/office/drawing/2014/main" id="{13444270-A7CF-6A25-83D2-30D3F7A0667E}"/>
              </a:ext>
            </a:extLst>
          </p:cNvPr>
          <p:cNvGrpSpPr/>
          <p:nvPr/>
        </p:nvGrpSpPr>
        <p:grpSpPr>
          <a:xfrm>
            <a:off x="102394" y="190499"/>
            <a:ext cx="557212" cy="532449"/>
            <a:chOff x="102394" y="190499"/>
            <a:chExt cx="557212" cy="532449"/>
          </a:xfrm>
        </p:grpSpPr>
        <p:grpSp>
          <p:nvGrpSpPr>
            <p:cNvPr id="13" name="Группа 12">
              <a:extLst>
                <a:ext uri="{FF2B5EF4-FFF2-40B4-BE49-F238E27FC236}">
                  <a16:creationId xmlns:a16="http://schemas.microsoft.com/office/drawing/2014/main" id="{C9D625A6-F6E9-01F1-C603-54AB99960421}"/>
                </a:ext>
              </a:extLst>
            </p:cNvPr>
            <p:cNvGrpSpPr/>
            <p:nvPr/>
          </p:nvGrpSpPr>
          <p:grpSpPr>
            <a:xfrm>
              <a:off x="190500" y="190499"/>
              <a:ext cx="381000" cy="381000"/>
              <a:chOff x="190500" y="190499"/>
              <a:chExt cx="381000" cy="381000"/>
            </a:xfrm>
          </p:grpSpPr>
          <p:sp>
            <p:nvSpPr>
              <p:cNvPr id="15" name="Прямоугольник: скругленные углы 14">
                <a:extLst>
                  <a:ext uri="{FF2B5EF4-FFF2-40B4-BE49-F238E27FC236}">
                    <a16:creationId xmlns:a16="http://schemas.microsoft.com/office/drawing/2014/main" id="{99C6FC1B-8158-CC06-911B-C50EDC16CCE2}"/>
                  </a:ext>
                </a:extLst>
              </p:cNvPr>
              <p:cNvSpPr/>
              <p:nvPr/>
            </p:nvSpPr>
            <p:spPr>
              <a:xfrm>
                <a:off x="190500" y="190499"/>
                <a:ext cx="381000" cy="381000"/>
              </a:xfrm>
              <a:prstGeom prst="roundRect">
                <a:avLst/>
              </a:prstGeom>
              <a:solidFill>
                <a:srgbClr val="FFB951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 dirty="0"/>
              </a:p>
            </p:txBody>
          </p:sp>
          <p:pic>
            <p:nvPicPr>
              <p:cNvPr id="16" name="Рисунок 15">
                <a:extLst>
                  <a:ext uri="{FF2B5EF4-FFF2-40B4-BE49-F238E27FC236}">
                    <a16:creationId xmlns:a16="http://schemas.microsoft.com/office/drawing/2014/main" id="{A104D42A-1122-67F0-BC2F-783D9EFCA8A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61937" y="261936"/>
                <a:ext cx="238126" cy="238126"/>
              </a:xfrm>
              <a:prstGeom prst="rect">
                <a:avLst/>
              </a:prstGeom>
              <a:ln>
                <a:noFill/>
              </a:ln>
            </p:spPr>
          </p:pic>
        </p:grpSp>
        <p:cxnSp>
          <p:nvCxnSpPr>
            <p:cNvPr id="14" name="Прямая соединительная линия 13">
              <a:extLst>
                <a:ext uri="{FF2B5EF4-FFF2-40B4-BE49-F238E27FC236}">
                  <a16:creationId xmlns:a16="http://schemas.microsoft.com/office/drawing/2014/main" id="{F403E0C8-F0A7-CE89-4CCF-BF1AA9020A59}"/>
                </a:ext>
              </a:extLst>
            </p:cNvPr>
            <p:cNvCxnSpPr>
              <a:cxnSpLocks/>
            </p:cNvCxnSpPr>
            <p:nvPr/>
          </p:nvCxnSpPr>
          <p:spPr>
            <a:xfrm>
              <a:off x="102394" y="722948"/>
              <a:ext cx="557212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7" name="Прямоугольник: скругленные углы 16">
            <a:extLst>
              <a:ext uri="{FF2B5EF4-FFF2-40B4-BE49-F238E27FC236}">
                <a16:creationId xmlns:a16="http://schemas.microsoft.com/office/drawing/2014/main" id="{0316B16E-9114-399C-58AF-B4FFEF439296}"/>
              </a:ext>
            </a:extLst>
          </p:cNvPr>
          <p:cNvSpPr/>
          <p:nvPr/>
        </p:nvSpPr>
        <p:spPr>
          <a:xfrm>
            <a:off x="190500" y="2789822"/>
            <a:ext cx="381000" cy="381000"/>
          </a:xfrm>
          <a:prstGeom prst="roundRect">
            <a:avLst/>
          </a:prstGeom>
          <a:solidFill>
            <a:srgbClr val="FFB951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grpSp>
        <p:nvGrpSpPr>
          <p:cNvPr id="18" name="Группа 17">
            <a:extLst>
              <a:ext uri="{FF2B5EF4-FFF2-40B4-BE49-F238E27FC236}">
                <a16:creationId xmlns:a16="http://schemas.microsoft.com/office/drawing/2014/main" id="{94C59010-698B-FE72-4B39-A091436C182D}"/>
              </a:ext>
            </a:extLst>
          </p:cNvPr>
          <p:cNvGrpSpPr/>
          <p:nvPr/>
        </p:nvGrpSpPr>
        <p:grpSpPr>
          <a:xfrm>
            <a:off x="279395" y="984234"/>
            <a:ext cx="203210" cy="3966022"/>
            <a:chOff x="279395" y="984234"/>
            <a:chExt cx="203210" cy="3966022"/>
          </a:xfrm>
        </p:grpSpPr>
        <p:pic>
          <p:nvPicPr>
            <p:cNvPr id="19" name="Рисунок 18">
              <a:extLst>
                <a:ext uri="{FF2B5EF4-FFF2-40B4-BE49-F238E27FC236}">
                  <a16:creationId xmlns:a16="http://schemas.microsoft.com/office/drawing/2014/main" id="{B62A269E-4D1A-75B7-DFCC-F4E8574F986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984234"/>
              <a:ext cx="203210" cy="203210"/>
            </a:xfrm>
            <a:prstGeom prst="rect">
              <a:avLst/>
            </a:prstGeom>
          </p:spPr>
        </p:pic>
        <p:pic>
          <p:nvPicPr>
            <p:cNvPr id="20" name="Рисунок 19">
              <a:extLst>
                <a:ext uri="{FF2B5EF4-FFF2-40B4-BE49-F238E27FC236}">
                  <a16:creationId xmlns:a16="http://schemas.microsoft.com/office/drawing/2014/main" id="{79A518FD-0219-0F43-B1A7-EDE790A156B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1456731"/>
              <a:ext cx="203210" cy="203210"/>
            </a:xfrm>
            <a:prstGeom prst="rect">
              <a:avLst/>
            </a:prstGeom>
          </p:spPr>
        </p:pic>
        <p:pic>
          <p:nvPicPr>
            <p:cNvPr id="21" name="Рисунок 20">
              <a:extLst>
                <a:ext uri="{FF2B5EF4-FFF2-40B4-BE49-F238E27FC236}">
                  <a16:creationId xmlns:a16="http://schemas.microsoft.com/office/drawing/2014/main" id="{72D44CDC-9CC5-5AC2-EFC4-4EECC1F6CDA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3802516"/>
              <a:ext cx="203210" cy="203210"/>
            </a:xfrm>
            <a:prstGeom prst="rect">
              <a:avLst/>
            </a:prstGeom>
          </p:spPr>
        </p:pic>
        <p:pic>
          <p:nvPicPr>
            <p:cNvPr id="22" name="Рисунок 21">
              <a:extLst>
                <a:ext uri="{FF2B5EF4-FFF2-40B4-BE49-F238E27FC236}">
                  <a16:creationId xmlns:a16="http://schemas.microsoft.com/office/drawing/2014/main" id="{7F80F025-43C6-070A-538E-DA29F847D4E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2857986"/>
              <a:ext cx="203210" cy="203210"/>
            </a:xfrm>
            <a:prstGeom prst="rect">
              <a:avLst/>
            </a:prstGeom>
          </p:spPr>
        </p:pic>
        <p:pic>
          <p:nvPicPr>
            <p:cNvPr id="23" name="Рисунок 22">
              <a:extLst>
                <a:ext uri="{FF2B5EF4-FFF2-40B4-BE49-F238E27FC236}">
                  <a16:creationId xmlns:a16="http://schemas.microsoft.com/office/drawing/2014/main" id="{94D7B746-88F8-1C4D-2EC7-33FAF197870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2393491"/>
              <a:ext cx="203210" cy="203210"/>
            </a:xfrm>
            <a:prstGeom prst="rect">
              <a:avLst/>
            </a:prstGeom>
          </p:spPr>
        </p:pic>
        <p:pic>
          <p:nvPicPr>
            <p:cNvPr id="24" name="Рисунок 23">
              <a:extLst>
                <a:ext uri="{FF2B5EF4-FFF2-40B4-BE49-F238E27FC236}">
                  <a16:creationId xmlns:a16="http://schemas.microsoft.com/office/drawing/2014/main" id="{5FF1B167-CC91-29EB-CA89-BA73BCD705AF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3330251"/>
              <a:ext cx="203210" cy="203210"/>
            </a:xfrm>
            <a:prstGeom prst="rect">
              <a:avLst/>
            </a:prstGeom>
          </p:spPr>
        </p:pic>
        <p:pic>
          <p:nvPicPr>
            <p:cNvPr id="25" name="Рисунок 24">
              <a:extLst>
                <a:ext uri="{FF2B5EF4-FFF2-40B4-BE49-F238E27FC236}">
                  <a16:creationId xmlns:a16="http://schemas.microsoft.com/office/drawing/2014/main" id="{FB340309-C9F6-39BD-AC28-1E43F140FE97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4274781"/>
              <a:ext cx="203210" cy="203210"/>
            </a:xfrm>
            <a:prstGeom prst="rect">
              <a:avLst/>
            </a:prstGeom>
          </p:spPr>
        </p:pic>
        <p:pic>
          <p:nvPicPr>
            <p:cNvPr id="26" name="Рисунок 25">
              <a:extLst>
                <a:ext uri="{FF2B5EF4-FFF2-40B4-BE49-F238E27FC236}">
                  <a16:creationId xmlns:a16="http://schemas.microsoft.com/office/drawing/2014/main" id="{A4219E98-8C50-7608-1829-62270F7B73E7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1925227"/>
              <a:ext cx="203210" cy="203210"/>
            </a:xfrm>
            <a:prstGeom prst="rect">
              <a:avLst/>
            </a:prstGeom>
          </p:spPr>
        </p:pic>
        <p:pic>
          <p:nvPicPr>
            <p:cNvPr id="27" name="Рисунок 26">
              <a:extLst>
                <a:ext uri="{FF2B5EF4-FFF2-40B4-BE49-F238E27FC236}">
                  <a16:creationId xmlns:a16="http://schemas.microsoft.com/office/drawing/2014/main" id="{CD7AB10D-0167-B6C2-102D-7CBE1581F11B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4747046"/>
              <a:ext cx="203210" cy="203210"/>
            </a:xfrm>
            <a:prstGeom prst="rect">
              <a:avLst/>
            </a:prstGeom>
          </p:spPr>
        </p:pic>
      </p:grpSp>
      <p:grpSp>
        <p:nvGrpSpPr>
          <p:cNvPr id="28" name="Группа 27">
            <a:extLst>
              <a:ext uri="{FF2B5EF4-FFF2-40B4-BE49-F238E27FC236}">
                <a16:creationId xmlns:a16="http://schemas.microsoft.com/office/drawing/2014/main" id="{3E32DADE-8EF1-C685-51E0-9EABA754DD77}"/>
              </a:ext>
            </a:extLst>
          </p:cNvPr>
          <p:cNvGrpSpPr/>
          <p:nvPr/>
        </p:nvGrpSpPr>
        <p:grpSpPr>
          <a:xfrm>
            <a:off x="861468" y="106931"/>
            <a:ext cx="11206162" cy="786262"/>
            <a:chOff x="883444" y="90039"/>
            <a:chExt cx="11206162" cy="786262"/>
          </a:xfrm>
        </p:grpSpPr>
        <p:sp>
          <p:nvSpPr>
            <p:cNvPr id="29" name="Прямоугольник: скругленные углы 28">
              <a:extLst>
                <a:ext uri="{FF2B5EF4-FFF2-40B4-BE49-F238E27FC236}">
                  <a16:creationId xmlns:a16="http://schemas.microsoft.com/office/drawing/2014/main" id="{BCD1B29D-884A-3FA3-B58D-7D6429611076}"/>
                </a:ext>
              </a:extLst>
            </p:cNvPr>
            <p:cNvSpPr/>
            <p:nvPr/>
          </p:nvSpPr>
          <p:spPr>
            <a:xfrm>
              <a:off x="883444" y="90039"/>
              <a:ext cx="11206162" cy="786262"/>
            </a:xfrm>
            <a:prstGeom prst="roundRect">
              <a:avLst>
                <a:gd name="adj" fmla="val 4689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EAE01806-1140-3605-FBD6-1B1BD393300C}"/>
                </a:ext>
              </a:extLst>
            </p:cNvPr>
            <p:cNvSpPr txBox="1"/>
            <p:nvPr/>
          </p:nvSpPr>
          <p:spPr>
            <a:xfrm>
              <a:off x="11143122" y="221560"/>
              <a:ext cx="858378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ru-RU" sz="2800" dirty="0">
                  <a:latin typeface="Comfortaa Medium" pitchFamily="2" charset="0"/>
                </a:rPr>
                <a:t>5/11</a:t>
              </a:r>
            </a:p>
          </p:txBody>
        </p:sp>
      </p:grpSp>
      <p:sp>
        <p:nvSpPr>
          <p:cNvPr id="31" name="Заголовок 1">
            <a:extLst>
              <a:ext uri="{FF2B5EF4-FFF2-40B4-BE49-F238E27FC236}">
                <a16:creationId xmlns:a16="http://schemas.microsoft.com/office/drawing/2014/main" id="{D556D082-06BB-B253-83D2-0E267DA5FE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6324" y="228389"/>
            <a:ext cx="10066797" cy="509563"/>
          </a:xfrm>
        </p:spPr>
        <p:txBody>
          <a:bodyPr>
            <a:noAutofit/>
          </a:bodyPr>
          <a:lstStyle/>
          <a:p>
            <a:r>
              <a:rPr lang="ru-RU" sz="3200" dirty="0">
                <a:latin typeface="Comfortaa Medium" pitchFamily="2" charset="0"/>
              </a:rPr>
              <a:t>Задачи</a:t>
            </a:r>
          </a:p>
        </p:txBody>
      </p:sp>
      <p:grpSp>
        <p:nvGrpSpPr>
          <p:cNvPr id="34" name="Группа 33">
            <a:extLst>
              <a:ext uri="{FF2B5EF4-FFF2-40B4-BE49-F238E27FC236}">
                <a16:creationId xmlns:a16="http://schemas.microsoft.com/office/drawing/2014/main" id="{2263EF27-B39A-9D88-784C-0C80A129C85A}"/>
              </a:ext>
            </a:extLst>
          </p:cNvPr>
          <p:cNvGrpSpPr/>
          <p:nvPr/>
        </p:nvGrpSpPr>
        <p:grpSpPr>
          <a:xfrm>
            <a:off x="952500" y="1187444"/>
            <a:ext cx="5322678" cy="936757"/>
            <a:chOff x="1041393" y="3810289"/>
            <a:chExt cx="5322678" cy="936757"/>
          </a:xfrm>
        </p:grpSpPr>
        <p:sp>
          <p:nvSpPr>
            <p:cNvPr id="35" name="Прямоугольник: скругленные углы 34">
              <a:extLst>
                <a:ext uri="{FF2B5EF4-FFF2-40B4-BE49-F238E27FC236}">
                  <a16:creationId xmlns:a16="http://schemas.microsoft.com/office/drawing/2014/main" id="{92C194BA-5EF5-48BB-CE7F-F40D7A20A382}"/>
                </a:ext>
              </a:extLst>
            </p:cNvPr>
            <p:cNvSpPr/>
            <p:nvPr/>
          </p:nvSpPr>
          <p:spPr>
            <a:xfrm>
              <a:off x="1041393" y="3810289"/>
              <a:ext cx="5322678" cy="936757"/>
            </a:xfrm>
            <a:prstGeom prst="roundRect">
              <a:avLst>
                <a:gd name="adj" fmla="val 4689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2882F559-3189-FD6D-CC17-85E342FDFB88}"/>
                </a:ext>
              </a:extLst>
            </p:cNvPr>
            <p:cNvSpPr txBox="1"/>
            <p:nvPr/>
          </p:nvSpPr>
          <p:spPr>
            <a:xfrm>
              <a:off x="1823834" y="4094001"/>
              <a:ext cx="4272166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/>
              <a:r>
                <a:rPr lang="ru-RU" dirty="0">
                  <a:solidFill>
                    <a:srgbClr val="0E0E0E"/>
                  </a:solidFill>
                  <a:latin typeface="Comfortaa Medium" pitchFamily="2" charset="0"/>
                  <a:ea typeface="Pacifico"/>
                  <a:cs typeface="Poppins" panose="020B0604020202020204" charset="0"/>
                  <a:sym typeface="Pacifico"/>
                </a:rPr>
                <a:t>Анализ целевой аудитории</a:t>
              </a:r>
            </a:p>
          </p:txBody>
        </p:sp>
        <p:sp>
          <p:nvSpPr>
            <p:cNvPr id="37" name="Овал 36">
              <a:extLst>
                <a:ext uri="{FF2B5EF4-FFF2-40B4-BE49-F238E27FC236}">
                  <a16:creationId xmlns:a16="http://schemas.microsoft.com/office/drawing/2014/main" id="{37CC72B0-36C1-57A8-7F89-1E194456A5D6}"/>
                </a:ext>
              </a:extLst>
            </p:cNvPr>
            <p:cNvSpPr/>
            <p:nvPr/>
          </p:nvSpPr>
          <p:spPr>
            <a:xfrm>
              <a:off x="1217220" y="3999274"/>
              <a:ext cx="558787" cy="558787"/>
            </a:xfrm>
            <a:prstGeom prst="ellipse">
              <a:avLst/>
            </a:prstGeom>
            <a:solidFill>
              <a:srgbClr val="FFA72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sz="1400" dirty="0">
                <a:latin typeface="Bahnschrift" panose="020B0502040204020203" pitchFamily="34" charset="0"/>
              </a:endParaRP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F983E0A2-6B81-46A5-B265-C1EA26B6798E}"/>
                </a:ext>
              </a:extLst>
            </p:cNvPr>
            <p:cNvSpPr txBox="1"/>
            <p:nvPr/>
          </p:nvSpPr>
          <p:spPr>
            <a:xfrm>
              <a:off x="1169392" y="4109390"/>
              <a:ext cx="654442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ru-RU" sz="1600" dirty="0">
                  <a:solidFill>
                    <a:schemeClr val="bg1"/>
                  </a:solidFill>
                  <a:latin typeface="Comfortaa Medium" pitchFamily="2" charset="0"/>
                </a:rPr>
                <a:t>1</a:t>
              </a:r>
              <a:endParaRPr lang="ru-RU" dirty="0">
                <a:solidFill>
                  <a:schemeClr val="bg1"/>
                </a:solidFill>
                <a:latin typeface="Comfortaa Medium" pitchFamily="2" charset="0"/>
              </a:endParaRPr>
            </a:p>
          </p:txBody>
        </p:sp>
      </p:grpSp>
      <p:grpSp>
        <p:nvGrpSpPr>
          <p:cNvPr id="39" name="Группа 38">
            <a:extLst>
              <a:ext uri="{FF2B5EF4-FFF2-40B4-BE49-F238E27FC236}">
                <a16:creationId xmlns:a16="http://schemas.microsoft.com/office/drawing/2014/main" id="{5A63F0CE-C1CC-70F9-F254-34F0EF7ECB05}"/>
              </a:ext>
            </a:extLst>
          </p:cNvPr>
          <p:cNvGrpSpPr/>
          <p:nvPr/>
        </p:nvGrpSpPr>
        <p:grpSpPr>
          <a:xfrm>
            <a:off x="952500" y="2530430"/>
            <a:ext cx="5322678" cy="936757"/>
            <a:chOff x="1041393" y="3810289"/>
            <a:chExt cx="5322678" cy="936757"/>
          </a:xfrm>
        </p:grpSpPr>
        <p:sp>
          <p:nvSpPr>
            <p:cNvPr id="40" name="Прямоугольник: скругленные углы 39">
              <a:extLst>
                <a:ext uri="{FF2B5EF4-FFF2-40B4-BE49-F238E27FC236}">
                  <a16:creationId xmlns:a16="http://schemas.microsoft.com/office/drawing/2014/main" id="{6952F47D-2E87-8CE6-29F6-A324D10A5AA1}"/>
                </a:ext>
              </a:extLst>
            </p:cNvPr>
            <p:cNvSpPr/>
            <p:nvPr/>
          </p:nvSpPr>
          <p:spPr>
            <a:xfrm>
              <a:off x="1041393" y="3810289"/>
              <a:ext cx="5322678" cy="936757"/>
            </a:xfrm>
            <a:prstGeom prst="roundRect">
              <a:avLst>
                <a:gd name="adj" fmla="val 4689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1F6D3810-38BB-1761-006F-0474B15F1129}"/>
                </a:ext>
              </a:extLst>
            </p:cNvPr>
            <p:cNvSpPr txBox="1"/>
            <p:nvPr/>
          </p:nvSpPr>
          <p:spPr>
            <a:xfrm>
              <a:off x="1823834" y="4094001"/>
              <a:ext cx="4272166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/>
              <a:r>
                <a:rPr lang="ru-RU" dirty="0">
                  <a:solidFill>
                    <a:srgbClr val="0E0E0E"/>
                  </a:solidFill>
                  <a:latin typeface="Comfortaa Medium" pitchFamily="2" charset="0"/>
                  <a:ea typeface="Pacifico"/>
                  <a:cs typeface="Poppins" panose="020B0604020202020204" charset="0"/>
                  <a:sym typeface="Pacifico"/>
                </a:rPr>
                <a:t>Анализ потребностей</a:t>
              </a:r>
            </a:p>
          </p:txBody>
        </p:sp>
        <p:sp>
          <p:nvSpPr>
            <p:cNvPr id="42" name="Овал 41">
              <a:extLst>
                <a:ext uri="{FF2B5EF4-FFF2-40B4-BE49-F238E27FC236}">
                  <a16:creationId xmlns:a16="http://schemas.microsoft.com/office/drawing/2014/main" id="{B873F9C1-4DAC-FFC7-9855-93FD64CFA06A}"/>
                </a:ext>
              </a:extLst>
            </p:cNvPr>
            <p:cNvSpPr/>
            <p:nvPr/>
          </p:nvSpPr>
          <p:spPr>
            <a:xfrm>
              <a:off x="1217220" y="3999274"/>
              <a:ext cx="558787" cy="558787"/>
            </a:xfrm>
            <a:prstGeom prst="ellipse">
              <a:avLst/>
            </a:prstGeom>
            <a:solidFill>
              <a:srgbClr val="FFA72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sz="1400" dirty="0">
                <a:latin typeface="Bahnschrift" panose="020B0502040204020203" pitchFamily="34" charset="0"/>
              </a:endParaRP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7CA39B19-AD61-34FC-D388-1E9203487C3E}"/>
                </a:ext>
              </a:extLst>
            </p:cNvPr>
            <p:cNvSpPr txBox="1"/>
            <p:nvPr/>
          </p:nvSpPr>
          <p:spPr>
            <a:xfrm>
              <a:off x="1169392" y="4109390"/>
              <a:ext cx="654442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ru-RU" sz="1600" dirty="0">
                  <a:solidFill>
                    <a:schemeClr val="bg1"/>
                  </a:solidFill>
                  <a:latin typeface="Comfortaa Medium" pitchFamily="2" charset="0"/>
                </a:rPr>
                <a:t>2</a:t>
              </a:r>
              <a:endParaRPr lang="ru-RU" dirty="0">
                <a:solidFill>
                  <a:schemeClr val="bg1"/>
                </a:solidFill>
                <a:latin typeface="Comfortaa Medium" pitchFamily="2" charset="0"/>
              </a:endParaRPr>
            </a:p>
          </p:txBody>
        </p:sp>
      </p:grpSp>
      <p:grpSp>
        <p:nvGrpSpPr>
          <p:cNvPr id="56" name="Группа 55">
            <a:extLst>
              <a:ext uri="{FF2B5EF4-FFF2-40B4-BE49-F238E27FC236}">
                <a16:creationId xmlns:a16="http://schemas.microsoft.com/office/drawing/2014/main" id="{B3A554DB-15EF-3D4D-D54C-0C50BDCE5843}"/>
              </a:ext>
            </a:extLst>
          </p:cNvPr>
          <p:cNvGrpSpPr/>
          <p:nvPr/>
        </p:nvGrpSpPr>
        <p:grpSpPr>
          <a:xfrm>
            <a:off x="952500" y="3873416"/>
            <a:ext cx="5322678" cy="936757"/>
            <a:chOff x="1041393" y="3810289"/>
            <a:chExt cx="5322678" cy="936757"/>
          </a:xfrm>
        </p:grpSpPr>
        <p:sp>
          <p:nvSpPr>
            <p:cNvPr id="57" name="Прямоугольник: скругленные углы 56">
              <a:extLst>
                <a:ext uri="{FF2B5EF4-FFF2-40B4-BE49-F238E27FC236}">
                  <a16:creationId xmlns:a16="http://schemas.microsoft.com/office/drawing/2014/main" id="{C9430649-466A-CBF3-28E0-E630717422D1}"/>
                </a:ext>
              </a:extLst>
            </p:cNvPr>
            <p:cNvSpPr/>
            <p:nvPr/>
          </p:nvSpPr>
          <p:spPr>
            <a:xfrm>
              <a:off x="1041393" y="3810289"/>
              <a:ext cx="5322678" cy="936757"/>
            </a:xfrm>
            <a:prstGeom prst="roundRect">
              <a:avLst>
                <a:gd name="adj" fmla="val 4689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BAAB5DCA-D418-676C-5262-9C98DFBE982A}"/>
                </a:ext>
              </a:extLst>
            </p:cNvPr>
            <p:cNvSpPr txBox="1"/>
            <p:nvPr/>
          </p:nvSpPr>
          <p:spPr>
            <a:xfrm>
              <a:off x="1823834" y="4094001"/>
              <a:ext cx="4272166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/>
              <a:r>
                <a:rPr lang="ru-RU" dirty="0">
                  <a:solidFill>
                    <a:srgbClr val="0E0E0E"/>
                  </a:solidFill>
                  <a:latin typeface="Comfortaa Medium" pitchFamily="2" charset="0"/>
                  <a:ea typeface="Pacifico"/>
                  <a:cs typeface="Poppins" panose="020B0604020202020204" charset="0"/>
                  <a:sym typeface="Pacifico"/>
                </a:rPr>
                <a:t>Проектирование архитектуры</a:t>
              </a:r>
            </a:p>
          </p:txBody>
        </p:sp>
        <p:sp>
          <p:nvSpPr>
            <p:cNvPr id="59" name="Овал 58">
              <a:extLst>
                <a:ext uri="{FF2B5EF4-FFF2-40B4-BE49-F238E27FC236}">
                  <a16:creationId xmlns:a16="http://schemas.microsoft.com/office/drawing/2014/main" id="{0D0F482E-98A4-5127-C6FA-62B0A6B27197}"/>
                </a:ext>
              </a:extLst>
            </p:cNvPr>
            <p:cNvSpPr/>
            <p:nvPr/>
          </p:nvSpPr>
          <p:spPr>
            <a:xfrm>
              <a:off x="1217220" y="3999274"/>
              <a:ext cx="558787" cy="558787"/>
            </a:xfrm>
            <a:prstGeom prst="ellipse">
              <a:avLst/>
            </a:prstGeom>
            <a:solidFill>
              <a:srgbClr val="FFA72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sz="1400" dirty="0">
                <a:latin typeface="Bahnschrift" panose="020B0502040204020203" pitchFamily="34" charset="0"/>
              </a:endParaRPr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82B39EB9-1922-6491-8896-469708E04313}"/>
                </a:ext>
              </a:extLst>
            </p:cNvPr>
            <p:cNvSpPr txBox="1"/>
            <p:nvPr/>
          </p:nvSpPr>
          <p:spPr>
            <a:xfrm>
              <a:off x="1169392" y="4109390"/>
              <a:ext cx="654442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ru-RU" sz="1600" dirty="0">
                  <a:solidFill>
                    <a:schemeClr val="bg1"/>
                  </a:solidFill>
                  <a:latin typeface="Comfortaa Medium" pitchFamily="2" charset="0"/>
                </a:rPr>
                <a:t>3</a:t>
              </a:r>
              <a:endParaRPr lang="ru-RU" dirty="0">
                <a:solidFill>
                  <a:schemeClr val="bg1"/>
                </a:solidFill>
                <a:latin typeface="Comfortaa Medium" pitchFamily="2" charset="0"/>
              </a:endParaRPr>
            </a:p>
          </p:txBody>
        </p:sp>
      </p:grpSp>
      <p:grpSp>
        <p:nvGrpSpPr>
          <p:cNvPr id="81" name="Группа 80">
            <a:extLst>
              <a:ext uri="{FF2B5EF4-FFF2-40B4-BE49-F238E27FC236}">
                <a16:creationId xmlns:a16="http://schemas.microsoft.com/office/drawing/2014/main" id="{0E569526-ED5C-D578-CA4C-406EB7C8FA19}"/>
              </a:ext>
            </a:extLst>
          </p:cNvPr>
          <p:cNvGrpSpPr/>
          <p:nvPr/>
        </p:nvGrpSpPr>
        <p:grpSpPr>
          <a:xfrm>
            <a:off x="994778" y="5216402"/>
            <a:ext cx="5322678" cy="936757"/>
            <a:chOff x="1041393" y="3810289"/>
            <a:chExt cx="5322678" cy="936757"/>
          </a:xfrm>
        </p:grpSpPr>
        <p:sp>
          <p:nvSpPr>
            <p:cNvPr id="82" name="Прямоугольник: скругленные углы 81">
              <a:extLst>
                <a:ext uri="{FF2B5EF4-FFF2-40B4-BE49-F238E27FC236}">
                  <a16:creationId xmlns:a16="http://schemas.microsoft.com/office/drawing/2014/main" id="{2847B3B2-5F0C-7EF4-01C0-E18EC0D67E77}"/>
                </a:ext>
              </a:extLst>
            </p:cNvPr>
            <p:cNvSpPr/>
            <p:nvPr/>
          </p:nvSpPr>
          <p:spPr>
            <a:xfrm>
              <a:off x="1041393" y="3810289"/>
              <a:ext cx="5322678" cy="936757"/>
            </a:xfrm>
            <a:prstGeom prst="roundRect">
              <a:avLst>
                <a:gd name="adj" fmla="val 4689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186343CC-571B-B925-5202-E163532D84F6}"/>
                </a:ext>
              </a:extLst>
            </p:cNvPr>
            <p:cNvSpPr txBox="1"/>
            <p:nvPr/>
          </p:nvSpPr>
          <p:spPr>
            <a:xfrm>
              <a:off x="1823834" y="3955501"/>
              <a:ext cx="4272166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/>
              <a:r>
                <a:rPr lang="ru-RU" dirty="0">
                  <a:solidFill>
                    <a:srgbClr val="0E0E0E"/>
                  </a:solidFill>
                  <a:latin typeface="Comfortaa Medium" pitchFamily="2" charset="0"/>
                  <a:ea typeface="Pacifico"/>
                  <a:cs typeface="Poppins" panose="020B0604020202020204" charset="0"/>
                  <a:sym typeface="Pacifico"/>
                </a:rPr>
                <a:t>Разработка структуры базы данных</a:t>
              </a:r>
            </a:p>
          </p:txBody>
        </p:sp>
        <p:sp>
          <p:nvSpPr>
            <p:cNvPr id="84" name="Овал 83">
              <a:extLst>
                <a:ext uri="{FF2B5EF4-FFF2-40B4-BE49-F238E27FC236}">
                  <a16:creationId xmlns:a16="http://schemas.microsoft.com/office/drawing/2014/main" id="{D70F06E0-0109-B4AD-1416-9D3A92A8BA8C}"/>
                </a:ext>
              </a:extLst>
            </p:cNvPr>
            <p:cNvSpPr/>
            <p:nvPr/>
          </p:nvSpPr>
          <p:spPr>
            <a:xfrm>
              <a:off x="1217220" y="3999274"/>
              <a:ext cx="558787" cy="558787"/>
            </a:xfrm>
            <a:prstGeom prst="ellipse">
              <a:avLst/>
            </a:prstGeom>
            <a:solidFill>
              <a:srgbClr val="FFA72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sz="1400" dirty="0">
                <a:latin typeface="Bahnschrift" panose="020B0502040204020203" pitchFamily="34" charset="0"/>
              </a:endParaRPr>
            </a:p>
          </p:txBody>
        </p:sp>
        <p:sp>
          <p:nvSpPr>
            <p:cNvPr id="85" name="TextBox 84">
              <a:extLst>
                <a:ext uri="{FF2B5EF4-FFF2-40B4-BE49-F238E27FC236}">
                  <a16:creationId xmlns:a16="http://schemas.microsoft.com/office/drawing/2014/main" id="{2BE52EEE-79B3-7B66-F062-86C16AB1680C}"/>
                </a:ext>
              </a:extLst>
            </p:cNvPr>
            <p:cNvSpPr txBox="1"/>
            <p:nvPr/>
          </p:nvSpPr>
          <p:spPr>
            <a:xfrm>
              <a:off x="1169392" y="4109390"/>
              <a:ext cx="654442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ru-RU" sz="1600" dirty="0">
                  <a:solidFill>
                    <a:schemeClr val="bg1"/>
                  </a:solidFill>
                  <a:latin typeface="Comfortaa Medium" pitchFamily="2" charset="0"/>
                </a:rPr>
                <a:t>4</a:t>
              </a:r>
              <a:endParaRPr lang="ru-RU" dirty="0">
                <a:solidFill>
                  <a:schemeClr val="bg1"/>
                </a:solidFill>
                <a:latin typeface="Comfortaa Medium" pitchFamily="2" charset="0"/>
              </a:endParaRPr>
            </a:p>
          </p:txBody>
        </p:sp>
      </p:grpSp>
      <p:grpSp>
        <p:nvGrpSpPr>
          <p:cNvPr id="86" name="Группа 85">
            <a:extLst>
              <a:ext uri="{FF2B5EF4-FFF2-40B4-BE49-F238E27FC236}">
                <a16:creationId xmlns:a16="http://schemas.microsoft.com/office/drawing/2014/main" id="{D49125A3-F675-F4DD-E9A3-93C7FB6F573E}"/>
              </a:ext>
            </a:extLst>
          </p:cNvPr>
          <p:cNvGrpSpPr/>
          <p:nvPr/>
        </p:nvGrpSpPr>
        <p:grpSpPr>
          <a:xfrm>
            <a:off x="6658983" y="1188969"/>
            <a:ext cx="5322678" cy="936757"/>
            <a:chOff x="1041393" y="3810289"/>
            <a:chExt cx="5322678" cy="936757"/>
          </a:xfrm>
        </p:grpSpPr>
        <p:sp>
          <p:nvSpPr>
            <p:cNvPr id="87" name="Прямоугольник: скругленные углы 86">
              <a:extLst>
                <a:ext uri="{FF2B5EF4-FFF2-40B4-BE49-F238E27FC236}">
                  <a16:creationId xmlns:a16="http://schemas.microsoft.com/office/drawing/2014/main" id="{A74C4349-9036-FD47-3B91-331CDCE29D47}"/>
                </a:ext>
              </a:extLst>
            </p:cNvPr>
            <p:cNvSpPr/>
            <p:nvPr/>
          </p:nvSpPr>
          <p:spPr>
            <a:xfrm>
              <a:off x="1041393" y="3810289"/>
              <a:ext cx="5322678" cy="936757"/>
            </a:xfrm>
            <a:prstGeom prst="roundRect">
              <a:avLst>
                <a:gd name="adj" fmla="val 4689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EC977B90-0D6B-545E-9150-C52B003AAECF}"/>
                </a:ext>
              </a:extLst>
            </p:cNvPr>
            <p:cNvSpPr txBox="1"/>
            <p:nvPr/>
          </p:nvSpPr>
          <p:spPr>
            <a:xfrm>
              <a:off x="1823834" y="4094001"/>
              <a:ext cx="4272166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ru-RU" dirty="0">
                  <a:solidFill>
                    <a:srgbClr val="0E0E0E"/>
                  </a:solidFill>
                  <a:latin typeface="Comfortaa Medium" pitchFamily="2" charset="0"/>
                  <a:ea typeface="Pacifico"/>
                  <a:cs typeface="Poppins" panose="020B0604020202020204" charset="0"/>
                  <a:sym typeface="Pacifico"/>
                </a:rPr>
                <a:t>Разработка интерфейса</a:t>
              </a:r>
            </a:p>
          </p:txBody>
        </p:sp>
        <p:sp>
          <p:nvSpPr>
            <p:cNvPr id="89" name="Овал 88">
              <a:extLst>
                <a:ext uri="{FF2B5EF4-FFF2-40B4-BE49-F238E27FC236}">
                  <a16:creationId xmlns:a16="http://schemas.microsoft.com/office/drawing/2014/main" id="{6CE8D0CD-C3DA-5705-5D42-91B602A3A0BE}"/>
                </a:ext>
              </a:extLst>
            </p:cNvPr>
            <p:cNvSpPr/>
            <p:nvPr/>
          </p:nvSpPr>
          <p:spPr>
            <a:xfrm>
              <a:off x="1217220" y="3999274"/>
              <a:ext cx="558787" cy="558787"/>
            </a:xfrm>
            <a:prstGeom prst="ellipse">
              <a:avLst/>
            </a:prstGeom>
            <a:solidFill>
              <a:srgbClr val="FFA72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sz="1400" dirty="0">
                <a:latin typeface="Bahnschrift" panose="020B0502040204020203" pitchFamily="34" charset="0"/>
              </a:endParaRPr>
            </a:p>
          </p:txBody>
        </p:sp>
        <p:sp>
          <p:nvSpPr>
            <p:cNvPr id="90" name="TextBox 89">
              <a:extLst>
                <a:ext uri="{FF2B5EF4-FFF2-40B4-BE49-F238E27FC236}">
                  <a16:creationId xmlns:a16="http://schemas.microsoft.com/office/drawing/2014/main" id="{74B672B9-DC29-1452-951F-38FF820D9F6C}"/>
                </a:ext>
              </a:extLst>
            </p:cNvPr>
            <p:cNvSpPr txBox="1"/>
            <p:nvPr/>
          </p:nvSpPr>
          <p:spPr>
            <a:xfrm>
              <a:off x="1169392" y="4109390"/>
              <a:ext cx="654442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ru-RU" sz="1600" dirty="0">
                  <a:solidFill>
                    <a:schemeClr val="bg1"/>
                  </a:solidFill>
                  <a:latin typeface="Comfortaa Medium" pitchFamily="2" charset="0"/>
                </a:rPr>
                <a:t>5</a:t>
              </a:r>
              <a:endParaRPr lang="ru-RU" dirty="0">
                <a:solidFill>
                  <a:schemeClr val="bg1"/>
                </a:solidFill>
                <a:latin typeface="Comfortaa Medium" pitchFamily="2" charset="0"/>
              </a:endParaRPr>
            </a:p>
          </p:txBody>
        </p:sp>
      </p:grpSp>
      <p:grpSp>
        <p:nvGrpSpPr>
          <p:cNvPr id="91" name="Группа 90">
            <a:extLst>
              <a:ext uri="{FF2B5EF4-FFF2-40B4-BE49-F238E27FC236}">
                <a16:creationId xmlns:a16="http://schemas.microsoft.com/office/drawing/2014/main" id="{345F01F0-B088-3785-3A8C-2F8CDBD49F23}"/>
              </a:ext>
            </a:extLst>
          </p:cNvPr>
          <p:cNvGrpSpPr/>
          <p:nvPr/>
        </p:nvGrpSpPr>
        <p:grpSpPr>
          <a:xfrm>
            <a:off x="6658983" y="2531955"/>
            <a:ext cx="5322678" cy="936757"/>
            <a:chOff x="1041393" y="3810289"/>
            <a:chExt cx="5322678" cy="936757"/>
          </a:xfrm>
        </p:grpSpPr>
        <p:sp>
          <p:nvSpPr>
            <p:cNvPr id="92" name="Прямоугольник: скругленные углы 91">
              <a:extLst>
                <a:ext uri="{FF2B5EF4-FFF2-40B4-BE49-F238E27FC236}">
                  <a16:creationId xmlns:a16="http://schemas.microsoft.com/office/drawing/2014/main" id="{33F2B824-5F8C-0ADE-653B-46149B735067}"/>
                </a:ext>
              </a:extLst>
            </p:cNvPr>
            <p:cNvSpPr/>
            <p:nvPr/>
          </p:nvSpPr>
          <p:spPr>
            <a:xfrm>
              <a:off x="1041393" y="3810289"/>
              <a:ext cx="5322678" cy="936757"/>
            </a:xfrm>
            <a:prstGeom prst="roundRect">
              <a:avLst>
                <a:gd name="adj" fmla="val 4689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  <p:sp>
          <p:nvSpPr>
            <p:cNvPr id="93" name="TextBox 92">
              <a:extLst>
                <a:ext uri="{FF2B5EF4-FFF2-40B4-BE49-F238E27FC236}">
                  <a16:creationId xmlns:a16="http://schemas.microsoft.com/office/drawing/2014/main" id="{6AF28F16-75AB-8E3F-EDBD-9FDE2E3FE063}"/>
                </a:ext>
              </a:extLst>
            </p:cNvPr>
            <p:cNvSpPr txBox="1"/>
            <p:nvPr/>
          </p:nvSpPr>
          <p:spPr>
            <a:xfrm>
              <a:off x="1776007" y="3948869"/>
              <a:ext cx="4272166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/>
              <a:r>
                <a:rPr lang="ru-RU" dirty="0">
                  <a:solidFill>
                    <a:srgbClr val="0E0E0E"/>
                  </a:solidFill>
                  <a:latin typeface="Comfortaa Medium" pitchFamily="2" charset="0"/>
                  <a:ea typeface="Pacifico"/>
                  <a:cs typeface="Poppins" panose="020B0604020202020204" charset="0"/>
                  <a:sym typeface="Pacifico"/>
                </a:rPr>
                <a:t>Реализация модулей подсистемы</a:t>
              </a:r>
            </a:p>
          </p:txBody>
        </p:sp>
        <p:sp>
          <p:nvSpPr>
            <p:cNvPr id="94" name="Овал 93">
              <a:extLst>
                <a:ext uri="{FF2B5EF4-FFF2-40B4-BE49-F238E27FC236}">
                  <a16:creationId xmlns:a16="http://schemas.microsoft.com/office/drawing/2014/main" id="{637AB873-927D-319F-9235-B2339B0F6688}"/>
                </a:ext>
              </a:extLst>
            </p:cNvPr>
            <p:cNvSpPr/>
            <p:nvPr/>
          </p:nvSpPr>
          <p:spPr>
            <a:xfrm>
              <a:off x="1217220" y="3999274"/>
              <a:ext cx="558787" cy="558787"/>
            </a:xfrm>
            <a:prstGeom prst="ellipse">
              <a:avLst/>
            </a:prstGeom>
            <a:solidFill>
              <a:srgbClr val="FFA72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sz="1400" dirty="0">
                <a:latin typeface="Bahnschrift" panose="020B0502040204020203" pitchFamily="34" charset="0"/>
              </a:endParaRPr>
            </a:p>
          </p:txBody>
        </p:sp>
        <p:sp>
          <p:nvSpPr>
            <p:cNvPr id="95" name="TextBox 94">
              <a:extLst>
                <a:ext uri="{FF2B5EF4-FFF2-40B4-BE49-F238E27FC236}">
                  <a16:creationId xmlns:a16="http://schemas.microsoft.com/office/drawing/2014/main" id="{6FE43FCC-80F1-B174-00F1-9CB02613598B}"/>
                </a:ext>
              </a:extLst>
            </p:cNvPr>
            <p:cNvSpPr txBox="1"/>
            <p:nvPr/>
          </p:nvSpPr>
          <p:spPr>
            <a:xfrm>
              <a:off x="1169392" y="4109390"/>
              <a:ext cx="654442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ru-RU" sz="1600" dirty="0">
                  <a:solidFill>
                    <a:schemeClr val="bg1"/>
                  </a:solidFill>
                  <a:latin typeface="Comfortaa Medium" pitchFamily="2" charset="0"/>
                </a:rPr>
                <a:t>6</a:t>
              </a:r>
              <a:endParaRPr lang="ru-RU" dirty="0">
                <a:solidFill>
                  <a:schemeClr val="bg1"/>
                </a:solidFill>
                <a:latin typeface="Comfortaa Medium" pitchFamily="2" charset="0"/>
              </a:endParaRPr>
            </a:p>
          </p:txBody>
        </p:sp>
      </p:grpSp>
      <p:grpSp>
        <p:nvGrpSpPr>
          <p:cNvPr id="96" name="Группа 95">
            <a:extLst>
              <a:ext uri="{FF2B5EF4-FFF2-40B4-BE49-F238E27FC236}">
                <a16:creationId xmlns:a16="http://schemas.microsoft.com/office/drawing/2014/main" id="{E3671830-AE90-189A-31C0-344E2F4BCF5D}"/>
              </a:ext>
            </a:extLst>
          </p:cNvPr>
          <p:cNvGrpSpPr/>
          <p:nvPr/>
        </p:nvGrpSpPr>
        <p:grpSpPr>
          <a:xfrm>
            <a:off x="6658983" y="3874941"/>
            <a:ext cx="5322678" cy="936757"/>
            <a:chOff x="1041393" y="3810289"/>
            <a:chExt cx="5322678" cy="936757"/>
          </a:xfrm>
        </p:grpSpPr>
        <p:sp>
          <p:nvSpPr>
            <p:cNvPr id="97" name="Прямоугольник: скругленные углы 96">
              <a:extLst>
                <a:ext uri="{FF2B5EF4-FFF2-40B4-BE49-F238E27FC236}">
                  <a16:creationId xmlns:a16="http://schemas.microsoft.com/office/drawing/2014/main" id="{AE842E35-53A4-9DEF-B4EF-F4527A6AD5E2}"/>
                </a:ext>
              </a:extLst>
            </p:cNvPr>
            <p:cNvSpPr/>
            <p:nvPr/>
          </p:nvSpPr>
          <p:spPr>
            <a:xfrm>
              <a:off x="1041393" y="3810289"/>
              <a:ext cx="5322678" cy="936757"/>
            </a:xfrm>
            <a:prstGeom prst="roundRect">
              <a:avLst>
                <a:gd name="adj" fmla="val 4689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10A5374B-0F1A-AD12-4C5B-0360B6CA5AE3}"/>
                </a:ext>
              </a:extLst>
            </p:cNvPr>
            <p:cNvSpPr txBox="1"/>
            <p:nvPr/>
          </p:nvSpPr>
          <p:spPr>
            <a:xfrm>
              <a:off x="1823834" y="4094001"/>
              <a:ext cx="4272166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ru-RU" dirty="0">
                  <a:solidFill>
                    <a:srgbClr val="0E0E0E"/>
                  </a:solidFill>
                  <a:latin typeface="Comfortaa Medium" pitchFamily="2" charset="0"/>
                  <a:ea typeface="Pacifico"/>
                  <a:cs typeface="Poppins" panose="020B0604020202020204" charset="0"/>
                  <a:sym typeface="Pacifico"/>
                </a:rPr>
                <a:t>Тестирование</a:t>
              </a:r>
              <a:endParaRPr lang="ru-RU" dirty="0">
                <a:latin typeface="Comfortaa Medium" pitchFamily="2" charset="0"/>
              </a:endParaRPr>
            </a:p>
          </p:txBody>
        </p:sp>
        <p:sp>
          <p:nvSpPr>
            <p:cNvPr id="99" name="Овал 98">
              <a:extLst>
                <a:ext uri="{FF2B5EF4-FFF2-40B4-BE49-F238E27FC236}">
                  <a16:creationId xmlns:a16="http://schemas.microsoft.com/office/drawing/2014/main" id="{87CC053A-D08C-BDD4-72A1-B8C70ACABEFD}"/>
                </a:ext>
              </a:extLst>
            </p:cNvPr>
            <p:cNvSpPr/>
            <p:nvPr/>
          </p:nvSpPr>
          <p:spPr>
            <a:xfrm>
              <a:off x="1217220" y="3999274"/>
              <a:ext cx="558787" cy="558787"/>
            </a:xfrm>
            <a:prstGeom prst="ellipse">
              <a:avLst/>
            </a:prstGeom>
            <a:solidFill>
              <a:srgbClr val="FFA72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sz="1400" dirty="0">
                <a:latin typeface="Bahnschrift" panose="020B0502040204020203" pitchFamily="34" charset="0"/>
              </a:endParaRPr>
            </a:p>
          </p:txBody>
        </p: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DC0DFAE3-07E5-4E43-AE89-406C3D869B7E}"/>
                </a:ext>
              </a:extLst>
            </p:cNvPr>
            <p:cNvSpPr txBox="1"/>
            <p:nvPr/>
          </p:nvSpPr>
          <p:spPr>
            <a:xfrm>
              <a:off x="1169392" y="4109390"/>
              <a:ext cx="654442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ru-RU" sz="1600" dirty="0">
                  <a:solidFill>
                    <a:schemeClr val="bg1"/>
                  </a:solidFill>
                  <a:latin typeface="Comfortaa Medium" pitchFamily="2" charset="0"/>
                </a:rPr>
                <a:t>7</a:t>
              </a:r>
              <a:endParaRPr lang="ru-RU" dirty="0">
                <a:solidFill>
                  <a:schemeClr val="bg1"/>
                </a:solidFill>
                <a:latin typeface="Comfortaa Medium" pitchFamily="2" charset="0"/>
              </a:endParaRPr>
            </a:p>
          </p:txBody>
        </p:sp>
      </p:grpSp>
      <p:grpSp>
        <p:nvGrpSpPr>
          <p:cNvPr id="101" name="Группа 100">
            <a:extLst>
              <a:ext uri="{FF2B5EF4-FFF2-40B4-BE49-F238E27FC236}">
                <a16:creationId xmlns:a16="http://schemas.microsoft.com/office/drawing/2014/main" id="{6E052527-A590-97E5-4362-F31CEABFD083}"/>
              </a:ext>
            </a:extLst>
          </p:cNvPr>
          <p:cNvGrpSpPr/>
          <p:nvPr/>
        </p:nvGrpSpPr>
        <p:grpSpPr>
          <a:xfrm>
            <a:off x="6701261" y="5217927"/>
            <a:ext cx="5322678" cy="936757"/>
            <a:chOff x="1041393" y="3810289"/>
            <a:chExt cx="5322678" cy="936757"/>
          </a:xfrm>
        </p:grpSpPr>
        <p:sp>
          <p:nvSpPr>
            <p:cNvPr id="102" name="Прямоугольник: скругленные углы 101">
              <a:extLst>
                <a:ext uri="{FF2B5EF4-FFF2-40B4-BE49-F238E27FC236}">
                  <a16:creationId xmlns:a16="http://schemas.microsoft.com/office/drawing/2014/main" id="{CA7DA645-5C1A-5198-CE42-9D548E147063}"/>
                </a:ext>
              </a:extLst>
            </p:cNvPr>
            <p:cNvSpPr/>
            <p:nvPr/>
          </p:nvSpPr>
          <p:spPr>
            <a:xfrm>
              <a:off x="1041393" y="3810289"/>
              <a:ext cx="5322678" cy="936757"/>
            </a:xfrm>
            <a:prstGeom prst="roundRect">
              <a:avLst>
                <a:gd name="adj" fmla="val 4689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5B235CAE-EA30-97E0-3795-76B385EAFF4C}"/>
                </a:ext>
              </a:extLst>
            </p:cNvPr>
            <p:cNvSpPr txBox="1"/>
            <p:nvPr/>
          </p:nvSpPr>
          <p:spPr>
            <a:xfrm>
              <a:off x="1823834" y="4076727"/>
              <a:ext cx="4272166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ru-RU" dirty="0">
                  <a:solidFill>
                    <a:srgbClr val="0E0E0E"/>
                  </a:solidFill>
                  <a:latin typeface="Comfortaa Medium" pitchFamily="2" charset="0"/>
                  <a:ea typeface="Pacifico"/>
                  <a:cs typeface="Poppins" panose="020B0604020202020204" charset="0"/>
                  <a:sym typeface="Pacifico"/>
                </a:rPr>
                <a:t>Написание документации</a:t>
              </a:r>
            </a:p>
          </p:txBody>
        </p:sp>
        <p:sp>
          <p:nvSpPr>
            <p:cNvPr id="104" name="Овал 103">
              <a:extLst>
                <a:ext uri="{FF2B5EF4-FFF2-40B4-BE49-F238E27FC236}">
                  <a16:creationId xmlns:a16="http://schemas.microsoft.com/office/drawing/2014/main" id="{FE9A29B7-9C21-0161-370D-C351192D459C}"/>
                </a:ext>
              </a:extLst>
            </p:cNvPr>
            <p:cNvSpPr/>
            <p:nvPr/>
          </p:nvSpPr>
          <p:spPr>
            <a:xfrm>
              <a:off x="1217220" y="3999274"/>
              <a:ext cx="558787" cy="558787"/>
            </a:xfrm>
            <a:prstGeom prst="ellipse">
              <a:avLst/>
            </a:prstGeom>
            <a:solidFill>
              <a:srgbClr val="FFA72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sz="1400" dirty="0">
                <a:latin typeface="Bahnschrift" panose="020B0502040204020203" pitchFamily="34" charset="0"/>
              </a:endParaRPr>
            </a:p>
          </p:txBody>
        </p:sp>
        <p:sp>
          <p:nvSpPr>
            <p:cNvPr id="105" name="TextBox 104">
              <a:extLst>
                <a:ext uri="{FF2B5EF4-FFF2-40B4-BE49-F238E27FC236}">
                  <a16:creationId xmlns:a16="http://schemas.microsoft.com/office/drawing/2014/main" id="{A251C82C-633F-02F5-A3E1-A28F58E711F2}"/>
                </a:ext>
              </a:extLst>
            </p:cNvPr>
            <p:cNvSpPr txBox="1"/>
            <p:nvPr/>
          </p:nvSpPr>
          <p:spPr>
            <a:xfrm>
              <a:off x="1169392" y="4109390"/>
              <a:ext cx="654442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ru-RU" sz="1600" dirty="0">
                  <a:solidFill>
                    <a:schemeClr val="bg1"/>
                  </a:solidFill>
                  <a:latin typeface="Comfortaa Medium" pitchFamily="2" charset="0"/>
                </a:rPr>
                <a:t>8</a:t>
              </a:r>
              <a:endParaRPr lang="ru-RU" dirty="0">
                <a:solidFill>
                  <a:schemeClr val="bg1"/>
                </a:solidFill>
                <a:latin typeface="Comfortaa Medium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0919600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C3B0827-AFB6-532B-B761-50B7D3B016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523F8EAF-0262-FE35-D849-FD1D6F986986}"/>
              </a:ext>
            </a:extLst>
          </p:cNvPr>
          <p:cNvSpPr/>
          <p:nvPr/>
        </p:nvSpPr>
        <p:spPr>
          <a:xfrm>
            <a:off x="0" y="0"/>
            <a:ext cx="762000" cy="6858000"/>
          </a:xfrm>
          <a:prstGeom prst="rect">
            <a:avLst/>
          </a:prstGeom>
          <a:solidFill>
            <a:srgbClr val="FFA72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11" name="Группа 10">
            <a:extLst>
              <a:ext uri="{FF2B5EF4-FFF2-40B4-BE49-F238E27FC236}">
                <a16:creationId xmlns:a16="http://schemas.microsoft.com/office/drawing/2014/main" id="{2ECC5591-9540-13BB-5CA5-D0D0E4ADD660}"/>
              </a:ext>
            </a:extLst>
          </p:cNvPr>
          <p:cNvGrpSpPr/>
          <p:nvPr/>
        </p:nvGrpSpPr>
        <p:grpSpPr>
          <a:xfrm>
            <a:off x="102394" y="190499"/>
            <a:ext cx="557212" cy="532449"/>
            <a:chOff x="102394" y="190499"/>
            <a:chExt cx="557212" cy="532449"/>
          </a:xfrm>
        </p:grpSpPr>
        <p:grpSp>
          <p:nvGrpSpPr>
            <p:cNvPr id="12" name="Группа 11">
              <a:extLst>
                <a:ext uri="{FF2B5EF4-FFF2-40B4-BE49-F238E27FC236}">
                  <a16:creationId xmlns:a16="http://schemas.microsoft.com/office/drawing/2014/main" id="{E4789D04-B874-0936-A5E3-48354220BFA8}"/>
                </a:ext>
              </a:extLst>
            </p:cNvPr>
            <p:cNvGrpSpPr/>
            <p:nvPr/>
          </p:nvGrpSpPr>
          <p:grpSpPr>
            <a:xfrm>
              <a:off x="190500" y="190499"/>
              <a:ext cx="381000" cy="381000"/>
              <a:chOff x="190500" y="190499"/>
              <a:chExt cx="381000" cy="381000"/>
            </a:xfrm>
          </p:grpSpPr>
          <p:sp>
            <p:nvSpPr>
              <p:cNvPr id="14" name="Прямоугольник: скругленные углы 13">
                <a:extLst>
                  <a:ext uri="{FF2B5EF4-FFF2-40B4-BE49-F238E27FC236}">
                    <a16:creationId xmlns:a16="http://schemas.microsoft.com/office/drawing/2014/main" id="{A5281A58-86E2-8272-90E0-874349CA99D7}"/>
                  </a:ext>
                </a:extLst>
              </p:cNvPr>
              <p:cNvSpPr/>
              <p:nvPr/>
            </p:nvSpPr>
            <p:spPr>
              <a:xfrm>
                <a:off x="190500" y="190499"/>
                <a:ext cx="381000" cy="381000"/>
              </a:xfrm>
              <a:prstGeom prst="roundRect">
                <a:avLst/>
              </a:prstGeom>
              <a:solidFill>
                <a:srgbClr val="FFB951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 dirty="0"/>
              </a:p>
            </p:txBody>
          </p:sp>
          <p:pic>
            <p:nvPicPr>
              <p:cNvPr id="15" name="Рисунок 14">
                <a:extLst>
                  <a:ext uri="{FF2B5EF4-FFF2-40B4-BE49-F238E27FC236}">
                    <a16:creationId xmlns:a16="http://schemas.microsoft.com/office/drawing/2014/main" id="{995BC5FB-ADB4-CC3B-7DFE-4F07990D086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61937" y="261936"/>
                <a:ext cx="238126" cy="238126"/>
              </a:xfrm>
              <a:prstGeom prst="rect">
                <a:avLst/>
              </a:prstGeom>
              <a:ln>
                <a:noFill/>
              </a:ln>
            </p:spPr>
          </p:pic>
        </p:grpSp>
        <p:cxnSp>
          <p:nvCxnSpPr>
            <p:cNvPr id="13" name="Прямая соединительная линия 12">
              <a:extLst>
                <a:ext uri="{FF2B5EF4-FFF2-40B4-BE49-F238E27FC236}">
                  <a16:creationId xmlns:a16="http://schemas.microsoft.com/office/drawing/2014/main" id="{EBDB9624-7C29-FC9B-B184-B55607BEDC76}"/>
                </a:ext>
              </a:extLst>
            </p:cNvPr>
            <p:cNvCxnSpPr>
              <a:cxnSpLocks/>
            </p:cNvCxnSpPr>
            <p:nvPr/>
          </p:nvCxnSpPr>
          <p:spPr>
            <a:xfrm>
              <a:off x="102394" y="722948"/>
              <a:ext cx="557212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" name="Прямоугольник: скругленные углы 15">
            <a:extLst>
              <a:ext uri="{FF2B5EF4-FFF2-40B4-BE49-F238E27FC236}">
                <a16:creationId xmlns:a16="http://schemas.microsoft.com/office/drawing/2014/main" id="{FC6EB6D2-3F4C-3B83-6C62-9B8B4BACA594}"/>
              </a:ext>
            </a:extLst>
          </p:cNvPr>
          <p:cNvSpPr/>
          <p:nvPr/>
        </p:nvSpPr>
        <p:spPr>
          <a:xfrm>
            <a:off x="190500" y="2769091"/>
            <a:ext cx="381000" cy="381000"/>
          </a:xfrm>
          <a:prstGeom prst="roundRect">
            <a:avLst/>
          </a:prstGeom>
          <a:solidFill>
            <a:srgbClr val="FFB951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grpSp>
        <p:nvGrpSpPr>
          <p:cNvPr id="17" name="Группа 16">
            <a:extLst>
              <a:ext uri="{FF2B5EF4-FFF2-40B4-BE49-F238E27FC236}">
                <a16:creationId xmlns:a16="http://schemas.microsoft.com/office/drawing/2014/main" id="{DF0F623B-4808-2543-D686-A808AC3BFDB9}"/>
              </a:ext>
            </a:extLst>
          </p:cNvPr>
          <p:cNvGrpSpPr/>
          <p:nvPr/>
        </p:nvGrpSpPr>
        <p:grpSpPr>
          <a:xfrm>
            <a:off x="279395" y="984234"/>
            <a:ext cx="203210" cy="3966022"/>
            <a:chOff x="279395" y="984234"/>
            <a:chExt cx="203210" cy="3966022"/>
          </a:xfrm>
        </p:grpSpPr>
        <p:pic>
          <p:nvPicPr>
            <p:cNvPr id="18" name="Рисунок 17">
              <a:extLst>
                <a:ext uri="{FF2B5EF4-FFF2-40B4-BE49-F238E27FC236}">
                  <a16:creationId xmlns:a16="http://schemas.microsoft.com/office/drawing/2014/main" id="{D2CA61B3-A6D6-005C-6E9A-E13A69C39CB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984234"/>
              <a:ext cx="203210" cy="203210"/>
            </a:xfrm>
            <a:prstGeom prst="rect">
              <a:avLst/>
            </a:prstGeom>
          </p:spPr>
        </p:pic>
        <p:pic>
          <p:nvPicPr>
            <p:cNvPr id="19" name="Рисунок 18">
              <a:extLst>
                <a:ext uri="{FF2B5EF4-FFF2-40B4-BE49-F238E27FC236}">
                  <a16:creationId xmlns:a16="http://schemas.microsoft.com/office/drawing/2014/main" id="{92FBCC27-E9DA-4CD9-3DBA-8CE7D9B26E6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1456731"/>
              <a:ext cx="203210" cy="203210"/>
            </a:xfrm>
            <a:prstGeom prst="rect">
              <a:avLst/>
            </a:prstGeom>
          </p:spPr>
        </p:pic>
        <p:pic>
          <p:nvPicPr>
            <p:cNvPr id="20" name="Рисунок 19">
              <a:extLst>
                <a:ext uri="{FF2B5EF4-FFF2-40B4-BE49-F238E27FC236}">
                  <a16:creationId xmlns:a16="http://schemas.microsoft.com/office/drawing/2014/main" id="{5680FDDC-ABDD-C00D-E665-50F3732402D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3802516"/>
              <a:ext cx="203210" cy="203210"/>
            </a:xfrm>
            <a:prstGeom prst="rect">
              <a:avLst/>
            </a:prstGeom>
          </p:spPr>
        </p:pic>
        <p:pic>
          <p:nvPicPr>
            <p:cNvPr id="21" name="Рисунок 20">
              <a:extLst>
                <a:ext uri="{FF2B5EF4-FFF2-40B4-BE49-F238E27FC236}">
                  <a16:creationId xmlns:a16="http://schemas.microsoft.com/office/drawing/2014/main" id="{E9E7555D-F28D-5CF3-358B-C6BA9206CF9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2857986"/>
              <a:ext cx="203210" cy="203210"/>
            </a:xfrm>
            <a:prstGeom prst="rect">
              <a:avLst/>
            </a:prstGeom>
          </p:spPr>
        </p:pic>
        <p:pic>
          <p:nvPicPr>
            <p:cNvPr id="22" name="Рисунок 21">
              <a:extLst>
                <a:ext uri="{FF2B5EF4-FFF2-40B4-BE49-F238E27FC236}">
                  <a16:creationId xmlns:a16="http://schemas.microsoft.com/office/drawing/2014/main" id="{30E105FA-711C-8B9D-FF82-C9AD9C9BB31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2393491"/>
              <a:ext cx="203210" cy="203210"/>
            </a:xfrm>
            <a:prstGeom prst="rect">
              <a:avLst/>
            </a:prstGeom>
          </p:spPr>
        </p:pic>
        <p:pic>
          <p:nvPicPr>
            <p:cNvPr id="23" name="Рисунок 22">
              <a:extLst>
                <a:ext uri="{FF2B5EF4-FFF2-40B4-BE49-F238E27FC236}">
                  <a16:creationId xmlns:a16="http://schemas.microsoft.com/office/drawing/2014/main" id="{DFECDDC1-553A-56DB-6DF8-8C15F85C9D40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3330251"/>
              <a:ext cx="203210" cy="203210"/>
            </a:xfrm>
            <a:prstGeom prst="rect">
              <a:avLst/>
            </a:prstGeom>
          </p:spPr>
        </p:pic>
        <p:pic>
          <p:nvPicPr>
            <p:cNvPr id="24" name="Рисунок 23">
              <a:extLst>
                <a:ext uri="{FF2B5EF4-FFF2-40B4-BE49-F238E27FC236}">
                  <a16:creationId xmlns:a16="http://schemas.microsoft.com/office/drawing/2014/main" id="{0046300B-3878-6F3B-C346-FEF354AD715B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4274781"/>
              <a:ext cx="203210" cy="203210"/>
            </a:xfrm>
            <a:prstGeom prst="rect">
              <a:avLst/>
            </a:prstGeom>
          </p:spPr>
        </p:pic>
        <p:pic>
          <p:nvPicPr>
            <p:cNvPr id="25" name="Рисунок 24">
              <a:extLst>
                <a:ext uri="{FF2B5EF4-FFF2-40B4-BE49-F238E27FC236}">
                  <a16:creationId xmlns:a16="http://schemas.microsoft.com/office/drawing/2014/main" id="{34DEB9F2-E895-9555-FFE2-969B3FDDBDD5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1925227"/>
              <a:ext cx="203210" cy="203210"/>
            </a:xfrm>
            <a:prstGeom prst="rect">
              <a:avLst/>
            </a:prstGeom>
          </p:spPr>
        </p:pic>
        <p:pic>
          <p:nvPicPr>
            <p:cNvPr id="26" name="Рисунок 25">
              <a:extLst>
                <a:ext uri="{FF2B5EF4-FFF2-40B4-BE49-F238E27FC236}">
                  <a16:creationId xmlns:a16="http://schemas.microsoft.com/office/drawing/2014/main" id="{095FBBF9-F296-79AF-7A1C-90EE568D5B19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4747046"/>
              <a:ext cx="203210" cy="203210"/>
            </a:xfrm>
            <a:prstGeom prst="rect">
              <a:avLst/>
            </a:prstGeom>
          </p:spPr>
        </p:pic>
      </p:grpSp>
      <p:grpSp>
        <p:nvGrpSpPr>
          <p:cNvPr id="29" name="Группа 28">
            <a:extLst>
              <a:ext uri="{FF2B5EF4-FFF2-40B4-BE49-F238E27FC236}">
                <a16:creationId xmlns:a16="http://schemas.microsoft.com/office/drawing/2014/main" id="{9A97E7EB-391F-84B0-F5F9-EAADD472FADE}"/>
              </a:ext>
            </a:extLst>
          </p:cNvPr>
          <p:cNvGrpSpPr/>
          <p:nvPr/>
        </p:nvGrpSpPr>
        <p:grpSpPr>
          <a:xfrm>
            <a:off x="5559092" y="1288511"/>
            <a:ext cx="6508537" cy="1914424"/>
            <a:chOff x="3629659" y="1979926"/>
            <a:chExt cx="6508537" cy="1914424"/>
          </a:xfrm>
        </p:grpSpPr>
        <p:sp>
          <p:nvSpPr>
            <p:cNvPr id="4" name="Прямоугольник: скругленные углы 3">
              <a:extLst>
                <a:ext uri="{FF2B5EF4-FFF2-40B4-BE49-F238E27FC236}">
                  <a16:creationId xmlns:a16="http://schemas.microsoft.com/office/drawing/2014/main" id="{873131DD-3525-A20D-887A-3E27DC1CC1CC}"/>
                </a:ext>
              </a:extLst>
            </p:cNvPr>
            <p:cNvSpPr/>
            <p:nvPr/>
          </p:nvSpPr>
          <p:spPr>
            <a:xfrm>
              <a:off x="3629659" y="1979926"/>
              <a:ext cx="6508537" cy="1914424"/>
            </a:xfrm>
            <a:prstGeom prst="roundRect">
              <a:avLst>
                <a:gd name="adj" fmla="val 4689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  <p:grpSp>
          <p:nvGrpSpPr>
            <p:cNvPr id="5" name="Группа 4">
              <a:extLst>
                <a:ext uri="{FF2B5EF4-FFF2-40B4-BE49-F238E27FC236}">
                  <a16:creationId xmlns:a16="http://schemas.microsoft.com/office/drawing/2014/main" id="{D0D5A9E4-3C66-0B64-BFC8-5B22C62089D5}"/>
                </a:ext>
              </a:extLst>
            </p:cNvPr>
            <p:cNvGrpSpPr/>
            <p:nvPr/>
          </p:nvGrpSpPr>
          <p:grpSpPr>
            <a:xfrm>
              <a:off x="3864831" y="2721986"/>
              <a:ext cx="5997900" cy="1057345"/>
              <a:chOff x="3014928" y="2777758"/>
              <a:chExt cx="5997900" cy="1057345"/>
            </a:xfrm>
          </p:grpSpPr>
          <p:pic>
            <p:nvPicPr>
              <p:cNvPr id="1046" name="Picture 22" descr="Vite color icon in PNG, SVG">
                <a:extLst>
                  <a:ext uri="{FF2B5EF4-FFF2-40B4-BE49-F238E27FC236}">
                    <a16:creationId xmlns:a16="http://schemas.microsoft.com/office/drawing/2014/main" id="{4549BD3D-3B47-1CEF-C454-093B58C7F56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2">
                <a:extLst>
                  <a:ext uri="{BEBA8EAE-BF5A-486C-A8C5-ECC9F3942E4B}">
                    <a14:imgProps xmlns:a14="http://schemas.microsoft.com/office/drawing/2010/main">
                      <a14:imgLayer r:embed="rId13">
                        <a14:imgEffect>
                          <a14:backgroundRemoval t="8750" b="92917" l="8500" r="91000">
                            <a14:foregroundMark x1="8500" y1="22667" x2="8500" y2="22667"/>
                            <a14:foregroundMark x1="68333" y1="8750" x2="68333" y2="8750"/>
                            <a14:foregroundMark x1="91083" y1="20667" x2="91083" y2="20667"/>
                            <a14:foregroundMark x1="50167" y1="92917" x2="50167" y2="92917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098428" y="2849230"/>
                <a:ext cx="914400" cy="9144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48" name="Picture 24">
                <a:extLst>
                  <a:ext uri="{FF2B5EF4-FFF2-40B4-BE49-F238E27FC236}">
                    <a16:creationId xmlns:a16="http://schemas.microsoft.com/office/drawing/2014/main" id="{C8AB69DF-4378-AA6F-8026-77E955B60F6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6374416" y="2848025"/>
                <a:ext cx="1030140" cy="91681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52" name="Picture 28">
                <a:extLst>
                  <a:ext uri="{FF2B5EF4-FFF2-40B4-BE49-F238E27FC236}">
                    <a16:creationId xmlns:a16="http://schemas.microsoft.com/office/drawing/2014/main" id="{53FB5B16-0522-4A8F-2A9B-5241A284A5E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014928" y="2777758"/>
                <a:ext cx="1057345" cy="105734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58" name="Picture 34" descr="Typescript - Free brands and logotypes icons">
                <a:extLst>
                  <a:ext uri="{FF2B5EF4-FFF2-40B4-BE49-F238E27FC236}">
                    <a16:creationId xmlns:a16="http://schemas.microsoft.com/office/drawing/2014/main" id="{2C07C8E4-D0A9-AF31-0EEE-AB372C236DA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766144" y="2849230"/>
                <a:ext cx="914401" cy="91440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34" name="Группа 33">
            <a:extLst>
              <a:ext uri="{FF2B5EF4-FFF2-40B4-BE49-F238E27FC236}">
                <a16:creationId xmlns:a16="http://schemas.microsoft.com/office/drawing/2014/main" id="{1986405D-5712-AEAA-0904-4FD626BC533F}"/>
              </a:ext>
            </a:extLst>
          </p:cNvPr>
          <p:cNvGrpSpPr/>
          <p:nvPr/>
        </p:nvGrpSpPr>
        <p:grpSpPr>
          <a:xfrm>
            <a:off x="5559093" y="3399222"/>
            <a:ext cx="6508536" cy="3135067"/>
            <a:chOff x="9060634" y="3105802"/>
            <a:chExt cx="6508536" cy="3135067"/>
          </a:xfrm>
        </p:grpSpPr>
        <p:sp>
          <p:nvSpPr>
            <p:cNvPr id="30" name="Прямоугольник: скругленные углы 29">
              <a:extLst>
                <a:ext uri="{FF2B5EF4-FFF2-40B4-BE49-F238E27FC236}">
                  <a16:creationId xmlns:a16="http://schemas.microsoft.com/office/drawing/2014/main" id="{BDFE6510-BA33-FF06-8D09-100D456C1B97}"/>
                </a:ext>
              </a:extLst>
            </p:cNvPr>
            <p:cNvSpPr/>
            <p:nvPr/>
          </p:nvSpPr>
          <p:spPr>
            <a:xfrm>
              <a:off x="9060634" y="3105802"/>
              <a:ext cx="6508536" cy="3135067"/>
            </a:xfrm>
            <a:prstGeom prst="roundRect">
              <a:avLst>
                <a:gd name="adj" fmla="val 4689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  <p:grpSp>
          <p:nvGrpSpPr>
            <p:cNvPr id="7" name="Группа 6">
              <a:extLst>
                <a:ext uri="{FF2B5EF4-FFF2-40B4-BE49-F238E27FC236}">
                  <a16:creationId xmlns:a16="http://schemas.microsoft.com/office/drawing/2014/main" id="{8069D545-447F-E14C-2B88-221DF1F068A2}"/>
                </a:ext>
              </a:extLst>
            </p:cNvPr>
            <p:cNvGrpSpPr/>
            <p:nvPr/>
          </p:nvGrpSpPr>
          <p:grpSpPr>
            <a:xfrm>
              <a:off x="9295805" y="4184571"/>
              <a:ext cx="6075141" cy="1201726"/>
              <a:chOff x="5460709" y="5501222"/>
              <a:chExt cx="6075141" cy="1201726"/>
            </a:xfrm>
          </p:grpSpPr>
          <p:pic>
            <p:nvPicPr>
              <p:cNvPr id="1036" name="Picture 12" descr="Докер – Бесплатные иконки: бренды и логотипы">
                <a:extLst>
                  <a:ext uri="{FF2B5EF4-FFF2-40B4-BE49-F238E27FC236}">
                    <a16:creationId xmlns:a16="http://schemas.microsoft.com/office/drawing/2014/main" id="{9A2FFD74-CE80-D6EB-3FD1-A30704DC29C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9060146" y="5644885"/>
                <a:ext cx="914400" cy="91440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42" name="Picture 18" descr="What - Docker Compose Logo Transparent Png,Compose Icon - free transparent  png images - pngaaa.com">
                <a:extLst>
                  <a:ext uri="{FF2B5EF4-FFF2-40B4-BE49-F238E27FC236}">
                    <a16:creationId xmlns:a16="http://schemas.microsoft.com/office/drawing/2014/main" id="{7E9763BB-2683-ED89-5CC3-CF25C382161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8">
                <a:extLst>
                  <a:ext uri="{BEBA8EAE-BF5A-486C-A8C5-ECC9F3942E4B}">
                    <a14:imgProps xmlns:a14="http://schemas.microsoft.com/office/drawing/2010/main">
                      <a14:imgLayer r:embed="rId19">
                        <a14:imgEffect>
                          <a14:backgroundRemoval t="6693" b="93307" l="10000" r="90000">
                            <a14:foregroundMark x1="65444" y1="11513" x2="65444" y2="11513"/>
                            <a14:foregroundMark x1="68556" y1="6827" x2="68556" y2="6827"/>
                            <a14:foregroundMark x1="58889" y1="88086" x2="58889" y2="88086"/>
                            <a14:foregroundMark x1="59889" y1="89826" x2="59889" y2="89826"/>
                            <a14:foregroundMark x1="58556" y1="93307" x2="58556" y2="93307"/>
                            <a14:foregroundMark x1="51778" y1="55689" x2="51778" y2="55689"/>
                            <a14:foregroundMark x1="47778" y1="53548" x2="48889" y2="55823"/>
                            <a14:foregroundMark x1="50556" y1="51539" x2="53556" y2="56894"/>
                            <a14:backgroundMark x1="46444" y1="68541" x2="46444" y2="68541"/>
                            <a14:backgroundMark x1="59000" y1="68541" x2="59000" y2="68541"/>
                            <a14:backgroundMark x1="58111" y1="68273" x2="58111" y2="68273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8895" r="18881"/>
              <a:stretch>
                <a:fillRect/>
              </a:stretch>
            </p:blipFill>
            <p:spPr bwMode="auto">
              <a:xfrm>
                <a:off x="10668444" y="5523587"/>
                <a:ext cx="867406" cy="115699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44" name="Picture 20">
                <a:extLst>
                  <a:ext uri="{FF2B5EF4-FFF2-40B4-BE49-F238E27FC236}">
                    <a16:creationId xmlns:a16="http://schemas.microsoft.com/office/drawing/2014/main" id="{9B4F8D2C-4B12-2484-E4C3-11BC0842154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460709" y="5577154"/>
                <a:ext cx="1049861" cy="104986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70" name="Picture 46">
                <a:extLst>
                  <a:ext uri="{FF2B5EF4-FFF2-40B4-BE49-F238E27FC236}">
                    <a16:creationId xmlns:a16="http://schemas.microsoft.com/office/drawing/2014/main" id="{173F3D0E-1B87-D045-360C-BE6301DB66B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1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70917"/>
              <a:stretch>
                <a:fillRect/>
              </a:stretch>
            </p:blipFill>
            <p:spPr bwMode="auto">
              <a:xfrm>
                <a:off x="7204468" y="5501222"/>
                <a:ext cx="1161780" cy="120172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42" name="Группа 41">
            <a:extLst>
              <a:ext uri="{FF2B5EF4-FFF2-40B4-BE49-F238E27FC236}">
                <a16:creationId xmlns:a16="http://schemas.microsoft.com/office/drawing/2014/main" id="{973E8C4D-588F-57AF-7833-7559C28515AF}"/>
              </a:ext>
            </a:extLst>
          </p:cNvPr>
          <p:cNvGrpSpPr/>
          <p:nvPr/>
        </p:nvGrpSpPr>
        <p:grpSpPr>
          <a:xfrm>
            <a:off x="861468" y="106931"/>
            <a:ext cx="11206162" cy="786262"/>
            <a:chOff x="883444" y="90039"/>
            <a:chExt cx="11206162" cy="786262"/>
          </a:xfrm>
        </p:grpSpPr>
        <p:sp>
          <p:nvSpPr>
            <p:cNvPr id="43" name="Прямоугольник: скругленные углы 42">
              <a:extLst>
                <a:ext uri="{FF2B5EF4-FFF2-40B4-BE49-F238E27FC236}">
                  <a16:creationId xmlns:a16="http://schemas.microsoft.com/office/drawing/2014/main" id="{E9ACE141-F4F1-10DF-74AE-C0F930441B5C}"/>
                </a:ext>
              </a:extLst>
            </p:cNvPr>
            <p:cNvSpPr/>
            <p:nvPr/>
          </p:nvSpPr>
          <p:spPr>
            <a:xfrm>
              <a:off x="883444" y="90039"/>
              <a:ext cx="11206162" cy="786262"/>
            </a:xfrm>
            <a:prstGeom prst="roundRect">
              <a:avLst>
                <a:gd name="adj" fmla="val 4689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AEFE8005-3671-45AD-3998-47ABD2B2BE67}"/>
                </a:ext>
              </a:extLst>
            </p:cNvPr>
            <p:cNvSpPr txBox="1"/>
            <p:nvPr/>
          </p:nvSpPr>
          <p:spPr>
            <a:xfrm>
              <a:off x="11143122" y="221560"/>
              <a:ext cx="858378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ru-RU" sz="2800" dirty="0">
                  <a:latin typeface="Comfortaa Medium" pitchFamily="2" charset="0"/>
                </a:rPr>
                <a:t>6/11</a:t>
              </a:r>
            </a:p>
          </p:txBody>
        </p:sp>
      </p:grpSp>
      <p:sp>
        <p:nvSpPr>
          <p:cNvPr id="45" name="Заголовок 1">
            <a:extLst>
              <a:ext uri="{FF2B5EF4-FFF2-40B4-BE49-F238E27FC236}">
                <a16:creationId xmlns:a16="http://schemas.microsoft.com/office/drawing/2014/main" id="{D4B174EC-8FBB-83DE-A81F-594801E302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6324" y="228389"/>
            <a:ext cx="10066797" cy="509563"/>
          </a:xfrm>
        </p:spPr>
        <p:txBody>
          <a:bodyPr>
            <a:noAutofit/>
          </a:bodyPr>
          <a:lstStyle/>
          <a:p>
            <a:r>
              <a:rPr lang="ru-RU" sz="3200" dirty="0">
                <a:latin typeface="Comfortaa Medium" pitchFamily="2" charset="0"/>
              </a:rPr>
              <a:t>Средства разработки</a:t>
            </a:r>
          </a:p>
        </p:txBody>
      </p:sp>
      <p:grpSp>
        <p:nvGrpSpPr>
          <p:cNvPr id="39" name="Группа 38">
            <a:extLst>
              <a:ext uri="{FF2B5EF4-FFF2-40B4-BE49-F238E27FC236}">
                <a16:creationId xmlns:a16="http://schemas.microsoft.com/office/drawing/2014/main" id="{F00E9408-7241-E106-0CA0-C4913B0AE106}"/>
              </a:ext>
            </a:extLst>
          </p:cNvPr>
          <p:cNvGrpSpPr/>
          <p:nvPr/>
        </p:nvGrpSpPr>
        <p:grpSpPr>
          <a:xfrm>
            <a:off x="861468" y="1288510"/>
            <a:ext cx="4397801" cy="1914425"/>
            <a:chOff x="126237" y="1900773"/>
            <a:chExt cx="4397801" cy="1914425"/>
          </a:xfrm>
        </p:grpSpPr>
        <p:grpSp>
          <p:nvGrpSpPr>
            <p:cNvPr id="36" name="Группа 35">
              <a:extLst>
                <a:ext uri="{FF2B5EF4-FFF2-40B4-BE49-F238E27FC236}">
                  <a16:creationId xmlns:a16="http://schemas.microsoft.com/office/drawing/2014/main" id="{B02DE382-A648-2F8E-C0D7-ECB85B5BC814}"/>
                </a:ext>
              </a:extLst>
            </p:cNvPr>
            <p:cNvGrpSpPr/>
            <p:nvPr/>
          </p:nvGrpSpPr>
          <p:grpSpPr>
            <a:xfrm>
              <a:off x="126237" y="1900773"/>
              <a:ext cx="4397801" cy="1914425"/>
              <a:chOff x="-873883" y="564905"/>
              <a:chExt cx="4397801" cy="1914425"/>
            </a:xfrm>
          </p:grpSpPr>
          <p:sp>
            <p:nvSpPr>
              <p:cNvPr id="2" name="Прямоугольник: скругленные углы 1">
                <a:extLst>
                  <a:ext uri="{FF2B5EF4-FFF2-40B4-BE49-F238E27FC236}">
                    <a16:creationId xmlns:a16="http://schemas.microsoft.com/office/drawing/2014/main" id="{85586D6E-190F-65E8-1248-54D22741B042}"/>
                  </a:ext>
                </a:extLst>
              </p:cNvPr>
              <p:cNvSpPr/>
              <p:nvPr/>
            </p:nvSpPr>
            <p:spPr>
              <a:xfrm>
                <a:off x="-873883" y="564905"/>
                <a:ext cx="4397801" cy="1914425"/>
              </a:xfrm>
              <a:prstGeom prst="roundRect">
                <a:avLst>
                  <a:gd name="adj" fmla="val 4689"/>
                </a:avLst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 dirty="0"/>
              </a:p>
            </p:txBody>
          </p:sp>
          <p:pic>
            <p:nvPicPr>
              <p:cNvPr id="1056" name="Picture 32" descr="Mysql workbench - Free Icon PNG, SVG">
                <a:extLst>
                  <a:ext uri="{FF2B5EF4-FFF2-40B4-BE49-F238E27FC236}">
                    <a16:creationId xmlns:a16="http://schemas.microsoft.com/office/drawing/2014/main" id="{2DDCC42B-0AA1-7794-7ECD-9636B97CCE6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-202414" y="1193501"/>
                <a:ext cx="1155980" cy="115598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38" name="Рисунок 37" descr="Изображение выглядит как Графика, Шрифт, логотип, текст&#10;&#10;Содержимое, созданное искусственным интеллектом, может быть неверным.">
                <a:extLst>
                  <a:ext uri="{FF2B5EF4-FFF2-40B4-BE49-F238E27FC236}">
                    <a16:creationId xmlns:a16="http://schemas.microsoft.com/office/drawing/2014/main" id="{E684F69C-F7DD-4E54-5DB0-8B1B8D82D82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841763" y="1308947"/>
                <a:ext cx="961746" cy="961746"/>
              </a:xfrm>
              <a:prstGeom prst="rect">
                <a:avLst/>
              </a:prstGeom>
            </p:spPr>
          </p:pic>
        </p:grp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C848CE6F-7A09-BC5B-B7C2-A0087E126D91}"/>
                </a:ext>
              </a:extLst>
            </p:cNvPr>
            <p:cNvSpPr txBox="1"/>
            <p:nvPr/>
          </p:nvSpPr>
          <p:spPr>
            <a:xfrm>
              <a:off x="126238" y="2043676"/>
              <a:ext cx="439780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ru-RU" sz="2000" dirty="0">
                  <a:latin typeface="Comfortaa Medium" pitchFamily="2" charset="0"/>
                </a:rPr>
                <a:t>БАЗА ДАННЫХ</a:t>
              </a:r>
            </a:p>
          </p:txBody>
        </p:sp>
      </p:grpSp>
      <p:grpSp>
        <p:nvGrpSpPr>
          <p:cNvPr id="41" name="Группа 40">
            <a:extLst>
              <a:ext uri="{FF2B5EF4-FFF2-40B4-BE49-F238E27FC236}">
                <a16:creationId xmlns:a16="http://schemas.microsoft.com/office/drawing/2014/main" id="{12874DC2-8EEB-DDB3-BD02-DA51787FA8B5}"/>
              </a:ext>
            </a:extLst>
          </p:cNvPr>
          <p:cNvGrpSpPr/>
          <p:nvPr/>
        </p:nvGrpSpPr>
        <p:grpSpPr>
          <a:xfrm>
            <a:off x="861467" y="3399222"/>
            <a:ext cx="4397802" cy="3131582"/>
            <a:chOff x="2463106" y="3150091"/>
            <a:chExt cx="4397802" cy="3131582"/>
          </a:xfrm>
        </p:grpSpPr>
        <p:grpSp>
          <p:nvGrpSpPr>
            <p:cNvPr id="32" name="Группа 31">
              <a:extLst>
                <a:ext uri="{FF2B5EF4-FFF2-40B4-BE49-F238E27FC236}">
                  <a16:creationId xmlns:a16="http://schemas.microsoft.com/office/drawing/2014/main" id="{70EF6810-FC94-119D-00BB-260915AF2587}"/>
                </a:ext>
              </a:extLst>
            </p:cNvPr>
            <p:cNvGrpSpPr/>
            <p:nvPr/>
          </p:nvGrpSpPr>
          <p:grpSpPr>
            <a:xfrm>
              <a:off x="2463107" y="3150091"/>
              <a:ext cx="4397801" cy="3131582"/>
              <a:chOff x="-752666" y="3101899"/>
              <a:chExt cx="4397801" cy="3131582"/>
            </a:xfrm>
          </p:grpSpPr>
          <p:sp>
            <p:nvSpPr>
              <p:cNvPr id="3" name="Прямоугольник: скругленные углы 2">
                <a:extLst>
                  <a:ext uri="{FF2B5EF4-FFF2-40B4-BE49-F238E27FC236}">
                    <a16:creationId xmlns:a16="http://schemas.microsoft.com/office/drawing/2014/main" id="{FFFD35EF-466C-137B-737B-94D755C50971}"/>
                  </a:ext>
                </a:extLst>
              </p:cNvPr>
              <p:cNvSpPr/>
              <p:nvPr/>
            </p:nvSpPr>
            <p:spPr>
              <a:xfrm>
                <a:off x="-752666" y="3101899"/>
                <a:ext cx="4397801" cy="3131582"/>
              </a:xfrm>
              <a:prstGeom prst="roundRect">
                <a:avLst>
                  <a:gd name="adj" fmla="val 4689"/>
                </a:avLst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 dirty="0"/>
              </a:p>
            </p:txBody>
          </p:sp>
          <p:grpSp>
            <p:nvGrpSpPr>
              <p:cNvPr id="27" name="Группа 26">
                <a:extLst>
                  <a:ext uri="{FF2B5EF4-FFF2-40B4-BE49-F238E27FC236}">
                    <a16:creationId xmlns:a16="http://schemas.microsoft.com/office/drawing/2014/main" id="{C47C3A26-EF4B-A444-AC2D-B8C06BB901A4}"/>
                  </a:ext>
                </a:extLst>
              </p:cNvPr>
              <p:cNvGrpSpPr/>
              <p:nvPr/>
            </p:nvGrpSpPr>
            <p:grpSpPr>
              <a:xfrm>
                <a:off x="-179285" y="3791660"/>
                <a:ext cx="3104011" cy="2309583"/>
                <a:chOff x="2313833" y="1233487"/>
                <a:chExt cx="3104011" cy="2309583"/>
              </a:xfrm>
            </p:grpSpPr>
            <p:pic>
              <p:nvPicPr>
                <p:cNvPr id="9" name="Рисунок 8">
                  <a:extLst>
                    <a:ext uri="{FF2B5EF4-FFF2-40B4-BE49-F238E27FC236}">
                      <a16:creationId xmlns:a16="http://schemas.microsoft.com/office/drawing/2014/main" id="{F8F6AFAB-8690-7443-E42D-BC76C4EADAE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4">
                  <a:extLst>
                    <a:ext uri="{96DAC541-7B7A-43D3-8B79-37D633B846F1}">
                      <asvg:svgBlip xmlns:asvg="http://schemas.microsoft.com/office/drawing/2016/SVG/main" r:embed="rId25"/>
                    </a:ext>
                  </a:extLst>
                </a:blip>
                <a:srcRect l="-9144" t="-3130" r="-6877" b="-1"/>
                <a:stretch>
                  <a:fillRect/>
                </a:stretch>
              </p:blipFill>
              <p:spPr>
                <a:xfrm>
                  <a:off x="4367980" y="1268574"/>
                  <a:ext cx="1049864" cy="1049862"/>
                </a:xfrm>
                <a:prstGeom prst="rect">
                  <a:avLst/>
                </a:prstGeom>
              </p:spPr>
            </p:pic>
            <p:pic>
              <p:nvPicPr>
                <p:cNvPr id="33" name="Рисунок 32" descr="Изображение выглядит как круг, Графика, символ, снимок экрана&#10;&#10;Содержимое, созданное искусственным интеллектом, может быть неверным.">
                  <a:extLst>
                    <a:ext uri="{FF2B5EF4-FFF2-40B4-BE49-F238E27FC236}">
                      <a16:creationId xmlns:a16="http://schemas.microsoft.com/office/drawing/2014/main" id="{FF0BB5BA-7288-0AC6-B572-35C37F29371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6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456098" y="2552755"/>
                  <a:ext cx="961746" cy="961746"/>
                </a:xfrm>
                <a:prstGeom prst="rect">
                  <a:avLst/>
                </a:prstGeom>
              </p:spPr>
            </p:pic>
            <p:pic>
              <p:nvPicPr>
                <p:cNvPr id="35" name="Рисунок 34" descr="Изображение выглядит как круг, Графика, снимок экрана, Шрифт&#10;&#10;Содержимое, созданное искусственным интеллектом, может быть неверным.">
                  <a:extLst>
                    <a:ext uri="{FF2B5EF4-FFF2-40B4-BE49-F238E27FC236}">
                      <a16:creationId xmlns:a16="http://schemas.microsoft.com/office/drawing/2014/main" id="{1626EC0B-86EB-9FF7-E192-0F4CD67A2FE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2411921" y="2601986"/>
                  <a:ext cx="941084" cy="941084"/>
                </a:xfrm>
                <a:prstGeom prst="rect">
                  <a:avLst/>
                </a:prstGeom>
              </p:spPr>
            </p:pic>
            <p:pic>
              <p:nvPicPr>
                <p:cNvPr id="1054" name="Picture 30">
                  <a:extLst>
                    <a:ext uri="{FF2B5EF4-FFF2-40B4-BE49-F238E27FC236}">
                      <a16:creationId xmlns:a16="http://schemas.microsoft.com/office/drawing/2014/main" id="{793F3BB0-07CE-CCE9-EAFE-6988999AA4AE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28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2313833" y="1233487"/>
                  <a:ext cx="1155980" cy="115598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</p:grp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F41D9DA0-18FA-EC91-9647-DCB69DC4464F}"/>
                </a:ext>
              </a:extLst>
            </p:cNvPr>
            <p:cNvSpPr txBox="1"/>
            <p:nvPr/>
          </p:nvSpPr>
          <p:spPr>
            <a:xfrm>
              <a:off x="2463106" y="3330251"/>
              <a:ext cx="4397799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Comfortaa Medium" pitchFamily="2" charset="0"/>
                </a:rPr>
                <a:t>API</a:t>
              </a:r>
              <a:endParaRPr lang="ru-RU" sz="2000" dirty="0">
                <a:latin typeface="Comfortaa Medium" pitchFamily="2" charset="0"/>
              </a:endParaRPr>
            </a:p>
          </p:txBody>
        </p:sp>
      </p:grpSp>
      <p:sp>
        <p:nvSpPr>
          <p:cNvPr id="46" name="TextBox 45">
            <a:extLst>
              <a:ext uri="{FF2B5EF4-FFF2-40B4-BE49-F238E27FC236}">
                <a16:creationId xmlns:a16="http://schemas.microsoft.com/office/drawing/2014/main" id="{95390C72-8E8A-9299-2558-5AF9300071CA}"/>
              </a:ext>
            </a:extLst>
          </p:cNvPr>
          <p:cNvSpPr txBox="1"/>
          <p:nvPr/>
        </p:nvSpPr>
        <p:spPr>
          <a:xfrm>
            <a:off x="5559092" y="3555621"/>
            <a:ext cx="650853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000" dirty="0">
                <a:latin typeface="Comfortaa Medium" pitchFamily="2" charset="0"/>
              </a:rPr>
              <a:t>СЕРВЕР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3D7BBB8-DDAD-B9CC-2D1A-CA1E2D917DCE}"/>
              </a:ext>
            </a:extLst>
          </p:cNvPr>
          <p:cNvSpPr txBox="1"/>
          <p:nvPr/>
        </p:nvSpPr>
        <p:spPr>
          <a:xfrm>
            <a:off x="5559092" y="1425807"/>
            <a:ext cx="650853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Comfortaa Medium" pitchFamily="2" charset="0"/>
              </a:rPr>
              <a:t>FRONTEND</a:t>
            </a:r>
            <a:endParaRPr lang="ru-RU" sz="2000" dirty="0">
              <a:latin typeface="Comfortaa Medium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042531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4FCE6F3-C04C-904E-E83B-EDBF8EDD61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B1E3B271-FE32-CB06-4D0E-B9934524DF48}"/>
              </a:ext>
            </a:extLst>
          </p:cNvPr>
          <p:cNvSpPr/>
          <p:nvPr/>
        </p:nvSpPr>
        <p:spPr>
          <a:xfrm>
            <a:off x="0" y="0"/>
            <a:ext cx="762000" cy="6858000"/>
          </a:xfrm>
          <a:prstGeom prst="rect">
            <a:avLst/>
          </a:prstGeom>
          <a:solidFill>
            <a:srgbClr val="FFA72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11" name="Группа 10">
            <a:extLst>
              <a:ext uri="{FF2B5EF4-FFF2-40B4-BE49-F238E27FC236}">
                <a16:creationId xmlns:a16="http://schemas.microsoft.com/office/drawing/2014/main" id="{0D0D423C-6AFD-BFAE-5D78-E5C12DBF06B6}"/>
              </a:ext>
            </a:extLst>
          </p:cNvPr>
          <p:cNvGrpSpPr/>
          <p:nvPr/>
        </p:nvGrpSpPr>
        <p:grpSpPr>
          <a:xfrm>
            <a:off x="102394" y="190499"/>
            <a:ext cx="557212" cy="532449"/>
            <a:chOff x="102394" y="190499"/>
            <a:chExt cx="557212" cy="532449"/>
          </a:xfrm>
        </p:grpSpPr>
        <p:grpSp>
          <p:nvGrpSpPr>
            <p:cNvPr id="12" name="Группа 11">
              <a:extLst>
                <a:ext uri="{FF2B5EF4-FFF2-40B4-BE49-F238E27FC236}">
                  <a16:creationId xmlns:a16="http://schemas.microsoft.com/office/drawing/2014/main" id="{B9669050-1E86-6B3F-EFFB-CE56B808B13D}"/>
                </a:ext>
              </a:extLst>
            </p:cNvPr>
            <p:cNvGrpSpPr/>
            <p:nvPr/>
          </p:nvGrpSpPr>
          <p:grpSpPr>
            <a:xfrm>
              <a:off x="190500" y="190499"/>
              <a:ext cx="381000" cy="381000"/>
              <a:chOff x="190500" y="190499"/>
              <a:chExt cx="381000" cy="381000"/>
            </a:xfrm>
          </p:grpSpPr>
          <p:sp>
            <p:nvSpPr>
              <p:cNvPr id="14" name="Прямоугольник: скругленные углы 13">
                <a:extLst>
                  <a:ext uri="{FF2B5EF4-FFF2-40B4-BE49-F238E27FC236}">
                    <a16:creationId xmlns:a16="http://schemas.microsoft.com/office/drawing/2014/main" id="{9E04CBF0-3D65-DCA5-5002-93A9235539E3}"/>
                  </a:ext>
                </a:extLst>
              </p:cNvPr>
              <p:cNvSpPr/>
              <p:nvPr/>
            </p:nvSpPr>
            <p:spPr>
              <a:xfrm>
                <a:off x="190500" y="190499"/>
                <a:ext cx="381000" cy="381000"/>
              </a:xfrm>
              <a:prstGeom prst="roundRect">
                <a:avLst/>
              </a:prstGeom>
              <a:solidFill>
                <a:srgbClr val="FFB951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 dirty="0"/>
              </a:p>
            </p:txBody>
          </p:sp>
          <p:pic>
            <p:nvPicPr>
              <p:cNvPr id="15" name="Рисунок 14">
                <a:extLst>
                  <a:ext uri="{FF2B5EF4-FFF2-40B4-BE49-F238E27FC236}">
                    <a16:creationId xmlns:a16="http://schemas.microsoft.com/office/drawing/2014/main" id="{2C9BB02E-7554-240B-5349-D128A27AC0A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61937" y="261936"/>
                <a:ext cx="238126" cy="238126"/>
              </a:xfrm>
              <a:prstGeom prst="rect">
                <a:avLst/>
              </a:prstGeom>
              <a:ln>
                <a:noFill/>
              </a:ln>
            </p:spPr>
          </p:pic>
        </p:grpSp>
        <p:cxnSp>
          <p:nvCxnSpPr>
            <p:cNvPr id="13" name="Прямая соединительная линия 12">
              <a:extLst>
                <a:ext uri="{FF2B5EF4-FFF2-40B4-BE49-F238E27FC236}">
                  <a16:creationId xmlns:a16="http://schemas.microsoft.com/office/drawing/2014/main" id="{E1782D06-0C9F-8776-FBF8-743B28506790}"/>
                </a:ext>
              </a:extLst>
            </p:cNvPr>
            <p:cNvCxnSpPr>
              <a:cxnSpLocks/>
            </p:cNvCxnSpPr>
            <p:nvPr/>
          </p:nvCxnSpPr>
          <p:spPr>
            <a:xfrm>
              <a:off x="102394" y="722948"/>
              <a:ext cx="557212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" name="Прямоугольник: скругленные углы 15">
            <a:extLst>
              <a:ext uri="{FF2B5EF4-FFF2-40B4-BE49-F238E27FC236}">
                <a16:creationId xmlns:a16="http://schemas.microsoft.com/office/drawing/2014/main" id="{EA4A53AD-C18A-ECDD-99A7-1658B173A248}"/>
              </a:ext>
            </a:extLst>
          </p:cNvPr>
          <p:cNvSpPr/>
          <p:nvPr/>
        </p:nvSpPr>
        <p:spPr>
          <a:xfrm>
            <a:off x="190500" y="3243747"/>
            <a:ext cx="381000" cy="381000"/>
          </a:xfrm>
          <a:prstGeom prst="roundRect">
            <a:avLst/>
          </a:prstGeom>
          <a:solidFill>
            <a:srgbClr val="FFB951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grpSp>
        <p:nvGrpSpPr>
          <p:cNvPr id="17" name="Группа 16">
            <a:extLst>
              <a:ext uri="{FF2B5EF4-FFF2-40B4-BE49-F238E27FC236}">
                <a16:creationId xmlns:a16="http://schemas.microsoft.com/office/drawing/2014/main" id="{B22EE30A-654B-26B5-43EC-EA733E8524B9}"/>
              </a:ext>
            </a:extLst>
          </p:cNvPr>
          <p:cNvGrpSpPr/>
          <p:nvPr/>
        </p:nvGrpSpPr>
        <p:grpSpPr>
          <a:xfrm>
            <a:off x="279395" y="984234"/>
            <a:ext cx="203210" cy="3966022"/>
            <a:chOff x="279395" y="984234"/>
            <a:chExt cx="203210" cy="3966022"/>
          </a:xfrm>
        </p:grpSpPr>
        <p:pic>
          <p:nvPicPr>
            <p:cNvPr id="18" name="Рисунок 17">
              <a:extLst>
                <a:ext uri="{FF2B5EF4-FFF2-40B4-BE49-F238E27FC236}">
                  <a16:creationId xmlns:a16="http://schemas.microsoft.com/office/drawing/2014/main" id="{B86B68FA-A902-E09B-5571-07F1BC6679E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984234"/>
              <a:ext cx="203210" cy="203210"/>
            </a:xfrm>
            <a:prstGeom prst="rect">
              <a:avLst/>
            </a:prstGeom>
          </p:spPr>
        </p:pic>
        <p:pic>
          <p:nvPicPr>
            <p:cNvPr id="19" name="Рисунок 18">
              <a:extLst>
                <a:ext uri="{FF2B5EF4-FFF2-40B4-BE49-F238E27FC236}">
                  <a16:creationId xmlns:a16="http://schemas.microsoft.com/office/drawing/2014/main" id="{50ADBE6F-DF6B-766D-8A12-C06FE4C9981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1456731"/>
              <a:ext cx="203210" cy="203210"/>
            </a:xfrm>
            <a:prstGeom prst="rect">
              <a:avLst/>
            </a:prstGeom>
          </p:spPr>
        </p:pic>
        <p:pic>
          <p:nvPicPr>
            <p:cNvPr id="20" name="Рисунок 19">
              <a:extLst>
                <a:ext uri="{FF2B5EF4-FFF2-40B4-BE49-F238E27FC236}">
                  <a16:creationId xmlns:a16="http://schemas.microsoft.com/office/drawing/2014/main" id="{399ED5AD-158E-1946-5AAB-060ED2C86ED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3802516"/>
              <a:ext cx="203210" cy="203210"/>
            </a:xfrm>
            <a:prstGeom prst="rect">
              <a:avLst/>
            </a:prstGeom>
          </p:spPr>
        </p:pic>
        <p:pic>
          <p:nvPicPr>
            <p:cNvPr id="21" name="Рисунок 20">
              <a:extLst>
                <a:ext uri="{FF2B5EF4-FFF2-40B4-BE49-F238E27FC236}">
                  <a16:creationId xmlns:a16="http://schemas.microsoft.com/office/drawing/2014/main" id="{EDD3D827-AA6E-3B46-B9EC-3EBE4C28B7F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2857986"/>
              <a:ext cx="203210" cy="203210"/>
            </a:xfrm>
            <a:prstGeom prst="rect">
              <a:avLst/>
            </a:prstGeom>
          </p:spPr>
        </p:pic>
        <p:pic>
          <p:nvPicPr>
            <p:cNvPr id="22" name="Рисунок 21">
              <a:extLst>
                <a:ext uri="{FF2B5EF4-FFF2-40B4-BE49-F238E27FC236}">
                  <a16:creationId xmlns:a16="http://schemas.microsoft.com/office/drawing/2014/main" id="{8702C89A-8952-72A6-EFD0-7158FE5A4CA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2393491"/>
              <a:ext cx="203210" cy="203210"/>
            </a:xfrm>
            <a:prstGeom prst="rect">
              <a:avLst/>
            </a:prstGeom>
          </p:spPr>
        </p:pic>
        <p:pic>
          <p:nvPicPr>
            <p:cNvPr id="23" name="Рисунок 22">
              <a:extLst>
                <a:ext uri="{FF2B5EF4-FFF2-40B4-BE49-F238E27FC236}">
                  <a16:creationId xmlns:a16="http://schemas.microsoft.com/office/drawing/2014/main" id="{D0368E8A-0D0D-038A-E947-A2DC63CB7333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3330251"/>
              <a:ext cx="203210" cy="203210"/>
            </a:xfrm>
            <a:prstGeom prst="rect">
              <a:avLst/>
            </a:prstGeom>
          </p:spPr>
        </p:pic>
        <p:pic>
          <p:nvPicPr>
            <p:cNvPr id="24" name="Рисунок 23">
              <a:extLst>
                <a:ext uri="{FF2B5EF4-FFF2-40B4-BE49-F238E27FC236}">
                  <a16:creationId xmlns:a16="http://schemas.microsoft.com/office/drawing/2014/main" id="{89C2DB47-7595-E1A7-16AA-085A46BE693A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4274781"/>
              <a:ext cx="203210" cy="203210"/>
            </a:xfrm>
            <a:prstGeom prst="rect">
              <a:avLst/>
            </a:prstGeom>
          </p:spPr>
        </p:pic>
        <p:pic>
          <p:nvPicPr>
            <p:cNvPr id="25" name="Рисунок 24">
              <a:extLst>
                <a:ext uri="{FF2B5EF4-FFF2-40B4-BE49-F238E27FC236}">
                  <a16:creationId xmlns:a16="http://schemas.microsoft.com/office/drawing/2014/main" id="{21C03BD4-46EE-6AF1-1D2C-CD7180A1AD8D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1925227"/>
              <a:ext cx="203210" cy="203210"/>
            </a:xfrm>
            <a:prstGeom prst="rect">
              <a:avLst/>
            </a:prstGeom>
          </p:spPr>
        </p:pic>
        <p:pic>
          <p:nvPicPr>
            <p:cNvPr id="26" name="Рисунок 25">
              <a:extLst>
                <a:ext uri="{FF2B5EF4-FFF2-40B4-BE49-F238E27FC236}">
                  <a16:creationId xmlns:a16="http://schemas.microsoft.com/office/drawing/2014/main" id="{D4EA82EC-8D97-64F6-1C47-36D4389AC923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4747046"/>
              <a:ext cx="203210" cy="203210"/>
            </a:xfrm>
            <a:prstGeom prst="rect">
              <a:avLst/>
            </a:prstGeom>
          </p:spPr>
        </p:pic>
      </p:grpSp>
      <p:grpSp>
        <p:nvGrpSpPr>
          <p:cNvPr id="7" name="Группа 6">
            <a:extLst>
              <a:ext uri="{FF2B5EF4-FFF2-40B4-BE49-F238E27FC236}">
                <a16:creationId xmlns:a16="http://schemas.microsoft.com/office/drawing/2014/main" id="{76190485-2E14-DC7D-33D1-05D10C9B251E}"/>
              </a:ext>
            </a:extLst>
          </p:cNvPr>
          <p:cNvGrpSpPr/>
          <p:nvPr/>
        </p:nvGrpSpPr>
        <p:grpSpPr>
          <a:xfrm>
            <a:off x="861468" y="106931"/>
            <a:ext cx="11206162" cy="786262"/>
            <a:chOff x="883444" y="90039"/>
            <a:chExt cx="11206162" cy="786262"/>
          </a:xfrm>
        </p:grpSpPr>
        <p:sp>
          <p:nvSpPr>
            <p:cNvPr id="9" name="Прямоугольник: скругленные углы 8">
              <a:extLst>
                <a:ext uri="{FF2B5EF4-FFF2-40B4-BE49-F238E27FC236}">
                  <a16:creationId xmlns:a16="http://schemas.microsoft.com/office/drawing/2014/main" id="{0BB7E734-9BE0-72B2-C7FD-FF9A5DFB0F9F}"/>
                </a:ext>
              </a:extLst>
            </p:cNvPr>
            <p:cNvSpPr/>
            <p:nvPr/>
          </p:nvSpPr>
          <p:spPr>
            <a:xfrm>
              <a:off x="883444" y="90039"/>
              <a:ext cx="11206162" cy="786262"/>
            </a:xfrm>
            <a:prstGeom prst="roundRect">
              <a:avLst>
                <a:gd name="adj" fmla="val 4689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CEA770EB-B744-D9DD-280C-F7B02BCEDB8F}"/>
                </a:ext>
              </a:extLst>
            </p:cNvPr>
            <p:cNvSpPr txBox="1"/>
            <p:nvPr/>
          </p:nvSpPr>
          <p:spPr>
            <a:xfrm>
              <a:off x="11143122" y="221560"/>
              <a:ext cx="858378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ru-RU" sz="2800" dirty="0">
                  <a:latin typeface="Comfortaa Medium" pitchFamily="2" charset="0"/>
                </a:rPr>
                <a:t>7/11</a:t>
              </a:r>
            </a:p>
          </p:txBody>
        </p:sp>
      </p:grpSp>
      <p:sp>
        <p:nvSpPr>
          <p:cNvPr id="28" name="Заголовок 1">
            <a:extLst>
              <a:ext uri="{FF2B5EF4-FFF2-40B4-BE49-F238E27FC236}">
                <a16:creationId xmlns:a16="http://schemas.microsoft.com/office/drawing/2014/main" id="{3F94D7C6-18FA-60AE-2D55-C3CEC17434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6324" y="228389"/>
            <a:ext cx="10066797" cy="509563"/>
          </a:xfrm>
        </p:spPr>
        <p:txBody>
          <a:bodyPr>
            <a:noAutofit/>
          </a:bodyPr>
          <a:lstStyle/>
          <a:p>
            <a:r>
              <a:rPr lang="ru-RU" sz="3200" dirty="0">
                <a:latin typeface="Comfortaa Medium" pitchFamily="2" charset="0"/>
              </a:rPr>
              <a:t>Архитектура системы</a:t>
            </a:r>
          </a:p>
        </p:txBody>
      </p:sp>
      <p:grpSp>
        <p:nvGrpSpPr>
          <p:cNvPr id="58" name="Группа 57">
            <a:extLst>
              <a:ext uri="{FF2B5EF4-FFF2-40B4-BE49-F238E27FC236}">
                <a16:creationId xmlns:a16="http://schemas.microsoft.com/office/drawing/2014/main" id="{CAEADBD3-A672-DED4-B0F3-6D9C1F3A2B18}"/>
              </a:ext>
            </a:extLst>
          </p:cNvPr>
          <p:cNvGrpSpPr/>
          <p:nvPr/>
        </p:nvGrpSpPr>
        <p:grpSpPr>
          <a:xfrm>
            <a:off x="2979084" y="2284582"/>
            <a:ext cx="6970929" cy="3239077"/>
            <a:chOff x="2601696" y="2305050"/>
            <a:chExt cx="6970929" cy="3239077"/>
          </a:xfrm>
        </p:grpSpPr>
        <p:sp>
          <p:nvSpPr>
            <p:cNvPr id="34" name="Прямоугольник: скругленные углы 33">
              <a:extLst>
                <a:ext uri="{FF2B5EF4-FFF2-40B4-BE49-F238E27FC236}">
                  <a16:creationId xmlns:a16="http://schemas.microsoft.com/office/drawing/2014/main" id="{7BC65B17-085A-FD12-88AF-DE6936E11F0D}"/>
                </a:ext>
              </a:extLst>
            </p:cNvPr>
            <p:cNvSpPr/>
            <p:nvPr/>
          </p:nvSpPr>
          <p:spPr>
            <a:xfrm>
              <a:off x="2601696" y="2305050"/>
              <a:ext cx="6970929" cy="2066925"/>
            </a:xfrm>
            <a:prstGeom prst="roundRect">
              <a:avLst>
                <a:gd name="adj" fmla="val 4818"/>
              </a:avLst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dirty="0">
                  <a:solidFill>
                    <a:schemeClr val="tx1"/>
                  </a:solidFill>
                  <a:latin typeface="Comfortaa Medium" pitchFamily="2" charset="0"/>
                </a:rPr>
                <a:t>Сервер</a:t>
              </a:r>
            </a:p>
            <a:p>
              <a:pPr algn="ctr"/>
              <a:endParaRPr lang="ru-RU" dirty="0">
                <a:solidFill>
                  <a:schemeClr val="tx1"/>
                </a:solidFill>
                <a:latin typeface="Comfortaa Medium" pitchFamily="2" charset="0"/>
              </a:endParaRPr>
            </a:p>
            <a:p>
              <a:pPr algn="ctr"/>
              <a:endParaRPr lang="ru-RU" dirty="0">
                <a:solidFill>
                  <a:schemeClr val="tx1"/>
                </a:solidFill>
                <a:latin typeface="Comfortaa Medium" pitchFamily="2" charset="0"/>
              </a:endParaRPr>
            </a:p>
            <a:p>
              <a:pPr algn="ctr"/>
              <a:endParaRPr lang="ru-RU" dirty="0">
                <a:solidFill>
                  <a:schemeClr val="tx1"/>
                </a:solidFill>
                <a:latin typeface="Comfortaa Medium" pitchFamily="2" charset="0"/>
              </a:endParaRPr>
            </a:p>
            <a:p>
              <a:pPr algn="ctr"/>
              <a:endParaRPr lang="ru-RU" dirty="0">
                <a:solidFill>
                  <a:schemeClr val="tx1"/>
                </a:solidFill>
                <a:latin typeface="Comfortaa Medium" pitchFamily="2" charset="0"/>
              </a:endParaRPr>
            </a:p>
          </p:txBody>
        </p:sp>
        <p:sp>
          <p:nvSpPr>
            <p:cNvPr id="35" name="Прямоугольник: скругленные углы 34">
              <a:extLst>
                <a:ext uri="{FF2B5EF4-FFF2-40B4-BE49-F238E27FC236}">
                  <a16:creationId xmlns:a16="http://schemas.microsoft.com/office/drawing/2014/main" id="{1ECA7979-34F0-56C8-1C91-78FC075843F0}"/>
                </a:ext>
              </a:extLst>
            </p:cNvPr>
            <p:cNvSpPr/>
            <p:nvPr/>
          </p:nvSpPr>
          <p:spPr>
            <a:xfrm>
              <a:off x="5123884" y="4747046"/>
              <a:ext cx="1971676" cy="797081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dirty="0">
                  <a:solidFill>
                    <a:schemeClr val="tx1"/>
                  </a:solidFill>
                  <a:latin typeface="Comfortaa Medium" pitchFamily="2" charset="0"/>
                </a:rPr>
                <a:t>Браузер</a:t>
              </a:r>
            </a:p>
          </p:txBody>
        </p:sp>
        <p:sp>
          <p:nvSpPr>
            <p:cNvPr id="33" name="Прямоугольник: скругленные углы 32">
              <a:extLst>
                <a:ext uri="{FF2B5EF4-FFF2-40B4-BE49-F238E27FC236}">
                  <a16:creationId xmlns:a16="http://schemas.microsoft.com/office/drawing/2014/main" id="{3299F8B5-F131-F5A5-45A3-2257B1A206A4}"/>
                </a:ext>
              </a:extLst>
            </p:cNvPr>
            <p:cNvSpPr/>
            <p:nvPr/>
          </p:nvSpPr>
          <p:spPr>
            <a:xfrm>
              <a:off x="5110162" y="3234977"/>
              <a:ext cx="1971676" cy="797081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Comfortaa Medium" pitchFamily="2" charset="0"/>
                </a:rPr>
                <a:t>API</a:t>
              </a:r>
              <a:endParaRPr lang="ru-RU" dirty="0">
                <a:solidFill>
                  <a:schemeClr val="tx1"/>
                </a:solidFill>
                <a:latin typeface="Comfortaa Medium" pitchFamily="2" charset="0"/>
              </a:endParaRPr>
            </a:p>
          </p:txBody>
        </p:sp>
        <p:sp>
          <p:nvSpPr>
            <p:cNvPr id="38" name="Прямоугольник: скругленные углы 37">
              <a:extLst>
                <a:ext uri="{FF2B5EF4-FFF2-40B4-BE49-F238E27FC236}">
                  <a16:creationId xmlns:a16="http://schemas.microsoft.com/office/drawing/2014/main" id="{59038C30-FE58-AD58-814D-B120C0D96249}"/>
                </a:ext>
              </a:extLst>
            </p:cNvPr>
            <p:cNvSpPr/>
            <p:nvPr/>
          </p:nvSpPr>
          <p:spPr>
            <a:xfrm>
              <a:off x="2807948" y="3234977"/>
              <a:ext cx="1971676" cy="797081"/>
            </a:xfrm>
            <a:prstGeom prst="roundRect">
              <a:avLst>
                <a:gd name="adj" fmla="val 13082"/>
              </a:avLst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dirty="0">
                  <a:solidFill>
                    <a:schemeClr val="tx1"/>
                  </a:solidFill>
                  <a:latin typeface="Comfortaa Medium" pitchFamily="2" charset="0"/>
                </a:rPr>
                <a:t>База данных </a:t>
              </a:r>
              <a:r>
                <a:rPr lang="en-US" dirty="0">
                  <a:solidFill>
                    <a:schemeClr val="tx1"/>
                  </a:solidFill>
                  <a:latin typeface="Comfortaa Medium" pitchFamily="2" charset="0"/>
                </a:rPr>
                <a:t>MySQL</a:t>
              </a:r>
              <a:endParaRPr lang="ru-RU" dirty="0">
                <a:solidFill>
                  <a:schemeClr val="tx1"/>
                </a:solidFill>
                <a:latin typeface="Comfortaa Medium" pitchFamily="2" charset="0"/>
              </a:endParaRPr>
            </a:p>
          </p:txBody>
        </p:sp>
        <p:sp>
          <p:nvSpPr>
            <p:cNvPr id="39" name="Прямоугольник: скругленные углы 38">
              <a:extLst>
                <a:ext uri="{FF2B5EF4-FFF2-40B4-BE49-F238E27FC236}">
                  <a16:creationId xmlns:a16="http://schemas.microsoft.com/office/drawing/2014/main" id="{9341A8C8-B130-57BE-0385-BC9B3AA1B4AE}"/>
                </a:ext>
              </a:extLst>
            </p:cNvPr>
            <p:cNvSpPr/>
            <p:nvPr/>
          </p:nvSpPr>
          <p:spPr>
            <a:xfrm>
              <a:off x="7412376" y="3234977"/>
              <a:ext cx="1971676" cy="797081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dirty="0">
                  <a:solidFill>
                    <a:schemeClr val="tx1"/>
                  </a:solidFill>
                  <a:latin typeface="Comfortaa Medium" pitchFamily="2" charset="0"/>
                </a:rPr>
                <a:t>Веб-сервер</a:t>
              </a:r>
            </a:p>
          </p:txBody>
        </p:sp>
        <p:cxnSp>
          <p:nvCxnSpPr>
            <p:cNvPr id="41" name="Прямая соединительная линия 40">
              <a:extLst>
                <a:ext uri="{FF2B5EF4-FFF2-40B4-BE49-F238E27FC236}">
                  <a16:creationId xmlns:a16="http://schemas.microsoft.com/office/drawing/2014/main" id="{C16EAF6B-7F79-F899-253B-35414FF68C85}"/>
                </a:ext>
              </a:extLst>
            </p:cNvPr>
            <p:cNvCxnSpPr>
              <a:cxnSpLocks/>
              <a:stCxn id="38" idx="3"/>
              <a:endCxn id="33" idx="1"/>
            </p:cNvCxnSpPr>
            <p:nvPr/>
          </p:nvCxnSpPr>
          <p:spPr>
            <a:xfrm>
              <a:off x="4779624" y="3633518"/>
              <a:ext cx="330538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7" name="Прямая соединительная линия 46">
              <a:extLst>
                <a:ext uri="{FF2B5EF4-FFF2-40B4-BE49-F238E27FC236}">
                  <a16:creationId xmlns:a16="http://schemas.microsoft.com/office/drawing/2014/main" id="{DA9AD919-4632-E802-E6C6-15E2A1CB3E67}"/>
                </a:ext>
              </a:extLst>
            </p:cNvPr>
            <p:cNvCxnSpPr>
              <a:cxnSpLocks/>
              <a:stCxn id="33" idx="3"/>
              <a:endCxn id="39" idx="1"/>
            </p:cNvCxnSpPr>
            <p:nvPr/>
          </p:nvCxnSpPr>
          <p:spPr>
            <a:xfrm>
              <a:off x="7081838" y="3633518"/>
              <a:ext cx="330538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1" name="Соединитель: уступ 50">
              <a:extLst>
                <a:ext uri="{FF2B5EF4-FFF2-40B4-BE49-F238E27FC236}">
                  <a16:creationId xmlns:a16="http://schemas.microsoft.com/office/drawing/2014/main" id="{8A84A74E-39D4-5756-0CCD-E3CF8627D16C}"/>
                </a:ext>
              </a:extLst>
            </p:cNvPr>
            <p:cNvCxnSpPr>
              <a:cxnSpLocks/>
              <a:stCxn id="39" idx="2"/>
              <a:endCxn id="35" idx="3"/>
            </p:cNvCxnSpPr>
            <p:nvPr/>
          </p:nvCxnSpPr>
          <p:spPr>
            <a:xfrm rot="5400000">
              <a:off x="7190123" y="3937495"/>
              <a:ext cx="1113529" cy="1302654"/>
            </a:xfrm>
            <a:prstGeom prst="bentConnector2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95816599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C9A3DDD-4E6E-CE8B-8BEA-8A70FF49EC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5F934DC2-12E1-9F20-7900-175CD3E96000}"/>
              </a:ext>
            </a:extLst>
          </p:cNvPr>
          <p:cNvSpPr/>
          <p:nvPr/>
        </p:nvSpPr>
        <p:spPr>
          <a:xfrm>
            <a:off x="0" y="0"/>
            <a:ext cx="762000" cy="6858000"/>
          </a:xfrm>
          <a:prstGeom prst="rect">
            <a:avLst/>
          </a:prstGeom>
          <a:solidFill>
            <a:srgbClr val="FFA72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8" name="Группа 7">
            <a:extLst>
              <a:ext uri="{FF2B5EF4-FFF2-40B4-BE49-F238E27FC236}">
                <a16:creationId xmlns:a16="http://schemas.microsoft.com/office/drawing/2014/main" id="{5EE9CC19-8CCC-C800-00B1-238A8E85CB39}"/>
              </a:ext>
            </a:extLst>
          </p:cNvPr>
          <p:cNvGrpSpPr/>
          <p:nvPr/>
        </p:nvGrpSpPr>
        <p:grpSpPr>
          <a:xfrm>
            <a:off x="102394" y="190499"/>
            <a:ext cx="557212" cy="532449"/>
            <a:chOff x="102394" y="190499"/>
            <a:chExt cx="557212" cy="532449"/>
          </a:xfrm>
        </p:grpSpPr>
        <p:grpSp>
          <p:nvGrpSpPr>
            <p:cNvPr id="9" name="Группа 8">
              <a:extLst>
                <a:ext uri="{FF2B5EF4-FFF2-40B4-BE49-F238E27FC236}">
                  <a16:creationId xmlns:a16="http://schemas.microsoft.com/office/drawing/2014/main" id="{3511996E-A86C-6BA4-499C-8E841E70062E}"/>
                </a:ext>
              </a:extLst>
            </p:cNvPr>
            <p:cNvGrpSpPr/>
            <p:nvPr/>
          </p:nvGrpSpPr>
          <p:grpSpPr>
            <a:xfrm>
              <a:off x="190500" y="190499"/>
              <a:ext cx="381000" cy="381000"/>
              <a:chOff x="190500" y="190499"/>
              <a:chExt cx="381000" cy="381000"/>
            </a:xfrm>
          </p:grpSpPr>
          <p:sp>
            <p:nvSpPr>
              <p:cNvPr id="11" name="Прямоугольник: скругленные углы 10">
                <a:extLst>
                  <a:ext uri="{FF2B5EF4-FFF2-40B4-BE49-F238E27FC236}">
                    <a16:creationId xmlns:a16="http://schemas.microsoft.com/office/drawing/2014/main" id="{E1B4508D-1E45-342F-90EB-A5DD7D666F60}"/>
                  </a:ext>
                </a:extLst>
              </p:cNvPr>
              <p:cNvSpPr/>
              <p:nvPr/>
            </p:nvSpPr>
            <p:spPr>
              <a:xfrm>
                <a:off x="190500" y="190499"/>
                <a:ext cx="381000" cy="381000"/>
              </a:xfrm>
              <a:prstGeom prst="roundRect">
                <a:avLst/>
              </a:prstGeom>
              <a:solidFill>
                <a:srgbClr val="FFB951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 dirty="0"/>
              </a:p>
            </p:txBody>
          </p:sp>
          <p:pic>
            <p:nvPicPr>
              <p:cNvPr id="12" name="Рисунок 11">
                <a:extLst>
                  <a:ext uri="{FF2B5EF4-FFF2-40B4-BE49-F238E27FC236}">
                    <a16:creationId xmlns:a16="http://schemas.microsoft.com/office/drawing/2014/main" id="{D03C1EC4-FA9E-7225-78E7-D38458858F7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61937" y="261936"/>
                <a:ext cx="238126" cy="238126"/>
              </a:xfrm>
              <a:prstGeom prst="rect">
                <a:avLst/>
              </a:prstGeom>
              <a:ln>
                <a:noFill/>
              </a:ln>
            </p:spPr>
          </p:pic>
        </p:grpSp>
        <p:cxnSp>
          <p:nvCxnSpPr>
            <p:cNvPr id="10" name="Прямая соединительная линия 9">
              <a:extLst>
                <a:ext uri="{FF2B5EF4-FFF2-40B4-BE49-F238E27FC236}">
                  <a16:creationId xmlns:a16="http://schemas.microsoft.com/office/drawing/2014/main" id="{BB339E9B-DFB3-6CDB-DCDA-4D6A36C531D1}"/>
                </a:ext>
              </a:extLst>
            </p:cNvPr>
            <p:cNvCxnSpPr>
              <a:cxnSpLocks/>
            </p:cNvCxnSpPr>
            <p:nvPr/>
          </p:nvCxnSpPr>
          <p:spPr>
            <a:xfrm>
              <a:off x="102394" y="722948"/>
              <a:ext cx="557212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" name="Прямоугольник: скругленные углы 12">
            <a:extLst>
              <a:ext uri="{FF2B5EF4-FFF2-40B4-BE49-F238E27FC236}">
                <a16:creationId xmlns:a16="http://schemas.microsoft.com/office/drawing/2014/main" id="{4097869B-FA5A-61BF-F15C-33933565CADD}"/>
              </a:ext>
            </a:extLst>
          </p:cNvPr>
          <p:cNvSpPr/>
          <p:nvPr/>
        </p:nvSpPr>
        <p:spPr>
          <a:xfrm>
            <a:off x="190500" y="3713621"/>
            <a:ext cx="381000" cy="381000"/>
          </a:xfrm>
          <a:prstGeom prst="roundRect">
            <a:avLst/>
          </a:prstGeom>
          <a:solidFill>
            <a:srgbClr val="FFB951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grpSp>
        <p:nvGrpSpPr>
          <p:cNvPr id="14" name="Группа 13">
            <a:extLst>
              <a:ext uri="{FF2B5EF4-FFF2-40B4-BE49-F238E27FC236}">
                <a16:creationId xmlns:a16="http://schemas.microsoft.com/office/drawing/2014/main" id="{0E111D08-9260-53FA-E261-C9CB92B6DD48}"/>
              </a:ext>
            </a:extLst>
          </p:cNvPr>
          <p:cNvGrpSpPr/>
          <p:nvPr/>
        </p:nvGrpSpPr>
        <p:grpSpPr>
          <a:xfrm>
            <a:off x="279395" y="984234"/>
            <a:ext cx="203210" cy="3966022"/>
            <a:chOff x="279395" y="984234"/>
            <a:chExt cx="203210" cy="3966022"/>
          </a:xfrm>
        </p:grpSpPr>
        <p:pic>
          <p:nvPicPr>
            <p:cNvPr id="15" name="Рисунок 14">
              <a:extLst>
                <a:ext uri="{FF2B5EF4-FFF2-40B4-BE49-F238E27FC236}">
                  <a16:creationId xmlns:a16="http://schemas.microsoft.com/office/drawing/2014/main" id="{AEC0BC7C-7E8B-8FB0-144B-B2D3231D9E6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984234"/>
              <a:ext cx="203210" cy="203210"/>
            </a:xfrm>
            <a:prstGeom prst="rect">
              <a:avLst/>
            </a:prstGeom>
          </p:spPr>
        </p:pic>
        <p:pic>
          <p:nvPicPr>
            <p:cNvPr id="16" name="Рисунок 15">
              <a:extLst>
                <a:ext uri="{FF2B5EF4-FFF2-40B4-BE49-F238E27FC236}">
                  <a16:creationId xmlns:a16="http://schemas.microsoft.com/office/drawing/2014/main" id="{26AF9A84-FD0E-2A63-EE71-9BBE138F587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1456731"/>
              <a:ext cx="203210" cy="203210"/>
            </a:xfrm>
            <a:prstGeom prst="rect">
              <a:avLst/>
            </a:prstGeom>
          </p:spPr>
        </p:pic>
        <p:pic>
          <p:nvPicPr>
            <p:cNvPr id="17" name="Рисунок 16">
              <a:extLst>
                <a:ext uri="{FF2B5EF4-FFF2-40B4-BE49-F238E27FC236}">
                  <a16:creationId xmlns:a16="http://schemas.microsoft.com/office/drawing/2014/main" id="{A5A76ABB-E446-F0EC-2268-B299958B174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3802516"/>
              <a:ext cx="203210" cy="203210"/>
            </a:xfrm>
            <a:prstGeom prst="rect">
              <a:avLst/>
            </a:prstGeom>
          </p:spPr>
        </p:pic>
        <p:pic>
          <p:nvPicPr>
            <p:cNvPr id="18" name="Рисунок 17">
              <a:extLst>
                <a:ext uri="{FF2B5EF4-FFF2-40B4-BE49-F238E27FC236}">
                  <a16:creationId xmlns:a16="http://schemas.microsoft.com/office/drawing/2014/main" id="{DD33D2E0-BF02-DEF9-2AF5-953E60936AF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2857986"/>
              <a:ext cx="203210" cy="203210"/>
            </a:xfrm>
            <a:prstGeom prst="rect">
              <a:avLst/>
            </a:prstGeom>
          </p:spPr>
        </p:pic>
        <p:pic>
          <p:nvPicPr>
            <p:cNvPr id="19" name="Рисунок 18">
              <a:extLst>
                <a:ext uri="{FF2B5EF4-FFF2-40B4-BE49-F238E27FC236}">
                  <a16:creationId xmlns:a16="http://schemas.microsoft.com/office/drawing/2014/main" id="{B746A4E1-C919-2FF9-B72F-57B4D627FBE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2393491"/>
              <a:ext cx="203210" cy="203210"/>
            </a:xfrm>
            <a:prstGeom prst="rect">
              <a:avLst/>
            </a:prstGeom>
          </p:spPr>
        </p:pic>
        <p:pic>
          <p:nvPicPr>
            <p:cNvPr id="20" name="Рисунок 19">
              <a:extLst>
                <a:ext uri="{FF2B5EF4-FFF2-40B4-BE49-F238E27FC236}">
                  <a16:creationId xmlns:a16="http://schemas.microsoft.com/office/drawing/2014/main" id="{DD56C658-9C5D-767C-1B88-15CBC6022B89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3330251"/>
              <a:ext cx="203210" cy="203210"/>
            </a:xfrm>
            <a:prstGeom prst="rect">
              <a:avLst/>
            </a:prstGeom>
          </p:spPr>
        </p:pic>
        <p:pic>
          <p:nvPicPr>
            <p:cNvPr id="21" name="Рисунок 20">
              <a:extLst>
                <a:ext uri="{FF2B5EF4-FFF2-40B4-BE49-F238E27FC236}">
                  <a16:creationId xmlns:a16="http://schemas.microsoft.com/office/drawing/2014/main" id="{7C1F3C2B-067F-9A59-CA1A-9B6417A87B70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4274781"/>
              <a:ext cx="203210" cy="203210"/>
            </a:xfrm>
            <a:prstGeom prst="rect">
              <a:avLst/>
            </a:prstGeom>
          </p:spPr>
        </p:pic>
        <p:pic>
          <p:nvPicPr>
            <p:cNvPr id="22" name="Рисунок 21">
              <a:extLst>
                <a:ext uri="{FF2B5EF4-FFF2-40B4-BE49-F238E27FC236}">
                  <a16:creationId xmlns:a16="http://schemas.microsoft.com/office/drawing/2014/main" id="{E5E87066-CD2C-1403-BF06-4C4F01E667F8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1925227"/>
              <a:ext cx="203210" cy="203210"/>
            </a:xfrm>
            <a:prstGeom prst="rect">
              <a:avLst/>
            </a:prstGeom>
          </p:spPr>
        </p:pic>
        <p:pic>
          <p:nvPicPr>
            <p:cNvPr id="23" name="Рисунок 22">
              <a:extLst>
                <a:ext uri="{FF2B5EF4-FFF2-40B4-BE49-F238E27FC236}">
                  <a16:creationId xmlns:a16="http://schemas.microsoft.com/office/drawing/2014/main" id="{161D1235-6124-868F-0CFE-579810AA1720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4747046"/>
              <a:ext cx="203210" cy="203210"/>
            </a:xfrm>
            <a:prstGeom prst="rect">
              <a:avLst/>
            </a:prstGeom>
          </p:spPr>
        </p:pic>
      </p:grpSp>
      <p:grpSp>
        <p:nvGrpSpPr>
          <p:cNvPr id="24" name="Группа 23">
            <a:extLst>
              <a:ext uri="{FF2B5EF4-FFF2-40B4-BE49-F238E27FC236}">
                <a16:creationId xmlns:a16="http://schemas.microsoft.com/office/drawing/2014/main" id="{D5373B3F-4DA4-A051-A386-C642F6AFFD0E}"/>
              </a:ext>
            </a:extLst>
          </p:cNvPr>
          <p:cNvGrpSpPr/>
          <p:nvPr/>
        </p:nvGrpSpPr>
        <p:grpSpPr>
          <a:xfrm>
            <a:off x="861468" y="106931"/>
            <a:ext cx="11206162" cy="786262"/>
            <a:chOff x="883444" y="90039"/>
            <a:chExt cx="11206162" cy="786262"/>
          </a:xfrm>
        </p:grpSpPr>
        <p:sp>
          <p:nvSpPr>
            <p:cNvPr id="25" name="Прямоугольник: скругленные углы 24">
              <a:extLst>
                <a:ext uri="{FF2B5EF4-FFF2-40B4-BE49-F238E27FC236}">
                  <a16:creationId xmlns:a16="http://schemas.microsoft.com/office/drawing/2014/main" id="{0C1E17B7-AEB8-AB25-57AB-D6771520C83C}"/>
                </a:ext>
              </a:extLst>
            </p:cNvPr>
            <p:cNvSpPr/>
            <p:nvPr/>
          </p:nvSpPr>
          <p:spPr>
            <a:xfrm>
              <a:off x="883444" y="90039"/>
              <a:ext cx="11206162" cy="786262"/>
            </a:xfrm>
            <a:prstGeom prst="roundRect">
              <a:avLst>
                <a:gd name="adj" fmla="val 4689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E7054059-6722-6AE6-ACD5-8133C0F60B6F}"/>
                </a:ext>
              </a:extLst>
            </p:cNvPr>
            <p:cNvSpPr txBox="1"/>
            <p:nvPr/>
          </p:nvSpPr>
          <p:spPr>
            <a:xfrm>
              <a:off x="11143122" y="221560"/>
              <a:ext cx="858378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ru-RU" sz="2800" dirty="0">
                  <a:latin typeface="Comfortaa Medium" pitchFamily="2" charset="0"/>
                </a:rPr>
                <a:t>8/11</a:t>
              </a:r>
            </a:p>
          </p:txBody>
        </p:sp>
      </p:grpSp>
      <p:sp>
        <p:nvSpPr>
          <p:cNvPr id="27" name="Заголовок 1">
            <a:extLst>
              <a:ext uri="{FF2B5EF4-FFF2-40B4-BE49-F238E27FC236}">
                <a16:creationId xmlns:a16="http://schemas.microsoft.com/office/drawing/2014/main" id="{1518F75B-76A1-D4A7-DE6F-D4C845256B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6324" y="228389"/>
            <a:ext cx="10066797" cy="509563"/>
          </a:xfrm>
        </p:spPr>
        <p:txBody>
          <a:bodyPr>
            <a:noAutofit/>
          </a:bodyPr>
          <a:lstStyle/>
          <a:p>
            <a:r>
              <a:rPr lang="ru-RU" sz="3200" dirty="0">
                <a:latin typeface="Comfortaa Medium" pitchFamily="2" charset="0"/>
              </a:rPr>
              <a:t>Демо</a:t>
            </a:r>
          </a:p>
        </p:txBody>
      </p:sp>
      <p:grpSp>
        <p:nvGrpSpPr>
          <p:cNvPr id="31" name="Группа 30">
            <a:extLst>
              <a:ext uri="{FF2B5EF4-FFF2-40B4-BE49-F238E27FC236}">
                <a16:creationId xmlns:a16="http://schemas.microsoft.com/office/drawing/2014/main" id="{E3381768-51E7-7B35-A383-B73D1ABCAF39}"/>
              </a:ext>
            </a:extLst>
          </p:cNvPr>
          <p:cNvGrpSpPr/>
          <p:nvPr/>
        </p:nvGrpSpPr>
        <p:grpSpPr>
          <a:xfrm>
            <a:off x="3911192" y="1295283"/>
            <a:ext cx="5106713" cy="4476355"/>
            <a:chOff x="3911192" y="1295283"/>
            <a:chExt cx="5106713" cy="4476355"/>
          </a:xfrm>
        </p:grpSpPr>
        <p:sp>
          <p:nvSpPr>
            <p:cNvPr id="30" name="Прямоугольник: скругленные углы 29">
              <a:extLst>
                <a:ext uri="{FF2B5EF4-FFF2-40B4-BE49-F238E27FC236}">
                  <a16:creationId xmlns:a16="http://schemas.microsoft.com/office/drawing/2014/main" id="{9A3A87A8-2E61-9251-E046-9935808F3761}"/>
                </a:ext>
              </a:extLst>
            </p:cNvPr>
            <p:cNvSpPr/>
            <p:nvPr/>
          </p:nvSpPr>
          <p:spPr>
            <a:xfrm>
              <a:off x="3911192" y="1295283"/>
              <a:ext cx="5106713" cy="4476355"/>
            </a:xfrm>
            <a:prstGeom prst="roundRect">
              <a:avLst>
                <a:gd name="adj" fmla="val 2492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pic>
          <p:nvPicPr>
            <p:cNvPr id="29" name="Рисунок 28" descr="Изображение выглядит как снимок экрана, круг, прямоугольный, дизайн&#10;&#10;Содержимое, созданное искусственным интеллектом, может быть неверным.">
              <a:extLst>
                <a:ext uri="{FF2B5EF4-FFF2-40B4-BE49-F238E27FC236}">
                  <a16:creationId xmlns:a16="http://schemas.microsoft.com/office/drawing/2014/main" id="{24FE6EDF-F969-2627-058F-4283F7A125A3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057691" y="1738128"/>
              <a:ext cx="2813716" cy="3381743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28039335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99926197-1136-7577-6121-15A73879C57D}"/>
              </a:ext>
            </a:extLst>
          </p:cNvPr>
          <p:cNvSpPr/>
          <p:nvPr/>
        </p:nvSpPr>
        <p:spPr>
          <a:xfrm>
            <a:off x="0" y="0"/>
            <a:ext cx="762000" cy="6858000"/>
          </a:xfrm>
          <a:prstGeom prst="rect">
            <a:avLst/>
          </a:prstGeom>
          <a:solidFill>
            <a:srgbClr val="FFA72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7" name="Группа 6">
            <a:extLst>
              <a:ext uri="{FF2B5EF4-FFF2-40B4-BE49-F238E27FC236}">
                <a16:creationId xmlns:a16="http://schemas.microsoft.com/office/drawing/2014/main" id="{6FA45285-0975-AE0D-3256-04576BBD9116}"/>
              </a:ext>
            </a:extLst>
          </p:cNvPr>
          <p:cNvGrpSpPr/>
          <p:nvPr/>
        </p:nvGrpSpPr>
        <p:grpSpPr>
          <a:xfrm>
            <a:off x="102394" y="190499"/>
            <a:ext cx="557212" cy="532449"/>
            <a:chOff x="102394" y="190499"/>
            <a:chExt cx="557212" cy="532449"/>
          </a:xfrm>
        </p:grpSpPr>
        <p:grpSp>
          <p:nvGrpSpPr>
            <p:cNvPr id="8" name="Группа 7">
              <a:extLst>
                <a:ext uri="{FF2B5EF4-FFF2-40B4-BE49-F238E27FC236}">
                  <a16:creationId xmlns:a16="http://schemas.microsoft.com/office/drawing/2014/main" id="{74E6B238-E687-AAFA-32B2-5F88AB55750D}"/>
                </a:ext>
              </a:extLst>
            </p:cNvPr>
            <p:cNvGrpSpPr/>
            <p:nvPr/>
          </p:nvGrpSpPr>
          <p:grpSpPr>
            <a:xfrm>
              <a:off x="190500" y="190499"/>
              <a:ext cx="381000" cy="381000"/>
              <a:chOff x="190500" y="190499"/>
              <a:chExt cx="381000" cy="381000"/>
            </a:xfrm>
          </p:grpSpPr>
          <p:sp>
            <p:nvSpPr>
              <p:cNvPr id="10" name="Прямоугольник: скругленные углы 9">
                <a:extLst>
                  <a:ext uri="{FF2B5EF4-FFF2-40B4-BE49-F238E27FC236}">
                    <a16:creationId xmlns:a16="http://schemas.microsoft.com/office/drawing/2014/main" id="{976465C0-2BB6-D156-9768-C0017701B447}"/>
                  </a:ext>
                </a:extLst>
              </p:cNvPr>
              <p:cNvSpPr/>
              <p:nvPr/>
            </p:nvSpPr>
            <p:spPr>
              <a:xfrm>
                <a:off x="190500" y="190499"/>
                <a:ext cx="381000" cy="381000"/>
              </a:xfrm>
              <a:prstGeom prst="roundRect">
                <a:avLst/>
              </a:prstGeom>
              <a:solidFill>
                <a:srgbClr val="FFB951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 dirty="0"/>
              </a:p>
            </p:txBody>
          </p:sp>
          <p:pic>
            <p:nvPicPr>
              <p:cNvPr id="11" name="Рисунок 10">
                <a:extLst>
                  <a:ext uri="{FF2B5EF4-FFF2-40B4-BE49-F238E27FC236}">
                    <a16:creationId xmlns:a16="http://schemas.microsoft.com/office/drawing/2014/main" id="{BEB37C2F-19A7-62CB-C1DC-32BC83720BD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61937" y="261936"/>
                <a:ext cx="238126" cy="238126"/>
              </a:xfrm>
              <a:prstGeom prst="rect">
                <a:avLst/>
              </a:prstGeom>
              <a:ln>
                <a:noFill/>
              </a:ln>
            </p:spPr>
          </p:pic>
        </p:grpSp>
        <p:cxnSp>
          <p:nvCxnSpPr>
            <p:cNvPr id="9" name="Прямая соединительная линия 8">
              <a:extLst>
                <a:ext uri="{FF2B5EF4-FFF2-40B4-BE49-F238E27FC236}">
                  <a16:creationId xmlns:a16="http://schemas.microsoft.com/office/drawing/2014/main" id="{E1A9EA72-9428-2202-F6BF-71B055226D7E}"/>
                </a:ext>
              </a:extLst>
            </p:cNvPr>
            <p:cNvCxnSpPr>
              <a:cxnSpLocks/>
            </p:cNvCxnSpPr>
            <p:nvPr/>
          </p:nvCxnSpPr>
          <p:spPr>
            <a:xfrm>
              <a:off x="102394" y="722948"/>
              <a:ext cx="557212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4C6924A0-2668-63AB-8E8B-3D7EA854454D}"/>
              </a:ext>
            </a:extLst>
          </p:cNvPr>
          <p:cNvSpPr/>
          <p:nvPr/>
        </p:nvSpPr>
        <p:spPr>
          <a:xfrm>
            <a:off x="190500" y="4185886"/>
            <a:ext cx="381000" cy="381000"/>
          </a:xfrm>
          <a:prstGeom prst="roundRect">
            <a:avLst/>
          </a:prstGeom>
          <a:solidFill>
            <a:srgbClr val="FFB951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grpSp>
        <p:nvGrpSpPr>
          <p:cNvPr id="13" name="Группа 12">
            <a:extLst>
              <a:ext uri="{FF2B5EF4-FFF2-40B4-BE49-F238E27FC236}">
                <a16:creationId xmlns:a16="http://schemas.microsoft.com/office/drawing/2014/main" id="{F09F8243-47B1-29E8-D200-6933D8B7E3DD}"/>
              </a:ext>
            </a:extLst>
          </p:cNvPr>
          <p:cNvGrpSpPr/>
          <p:nvPr/>
        </p:nvGrpSpPr>
        <p:grpSpPr>
          <a:xfrm>
            <a:off x="279395" y="984234"/>
            <a:ext cx="203210" cy="3966022"/>
            <a:chOff x="279395" y="984234"/>
            <a:chExt cx="203210" cy="3966022"/>
          </a:xfrm>
        </p:grpSpPr>
        <p:pic>
          <p:nvPicPr>
            <p:cNvPr id="14" name="Рисунок 13">
              <a:extLst>
                <a:ext uri="{FF2B5EF4-FFF2-40B4-BE49-F238E27FC236}">
                  <a16:creationId xmlns:a16="http://schemas.microsoft.com/office/drawing/2014/main" id="{02E1E834-D665-ACBA-3730-E39EDCCD71D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984234"/>
              <a:ext cx="203210" cy="203210"/>
            </a:xfrm>
            <a:prstGeom prst="rect">
              <a:avLst/>
            </a:prstGeom>
          </p:spPr>
        </p:pic>
        <p:pic>
          <p:nvPicPr>
            <p:cNvPr id="15" name="Рисунок 14">
              <a:extLst>
                <a:ext uri="{FF2B5EF4-FFF2-40B4-BE49-F238E27FC236}">
                  <a16:creationId xmlns:a16="http://schemas.microsoft.com/office/drawing/2014/main" id="{1B84A38D-0A82-2501-820E-DE15B803F62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1456731"/>
              <a:ext cx="203210" cy="203210"/>
            </a:xfrm>
            <a:prstGeom prst="rect">
              <a:avLst/>
            </a:prstGeom>
          </p:spPr>
        </p:pic>
        <p:pic>
          <p:nvPicPr>
            <p:cNvPr id="16" name="Рисунок 15">
              <a:extLst>
                <a:ext uri="{FF2B5EF4-FFF2-40B4-BE49-F238E27FC236}">
                  <a16:creationId xmlns:a16="http://schemas.microsoft.com/office/drawing/2014/main" id="{BFCFEE10-8EB6-48A0-8E6C-5F46B129F96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3802516"/>
              <a:ext cx="203210" cy="203210"/>
            </a:xfrm>
            <a:prstGeom prst="rect">
              <a:avLst/>
            </a:prstGeom>
          </p:spPr>
        </p:pic>
        <p:pic>
          <p:nvPicPr>
            <p:cNvPr id="17" name="Рисунок 16">
              <a:extLst>
                <a:ext uri="{FF2B5EF4-FFF2-40B4-BE49-F238E27FC236}">
                  <a16:creationId xmlns:a16="http://schemas.microsoft.com/office/drawing/2014/main" id="{70981A93-21A4-B93E-81BD-53E766D1707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2857986"/>
              <a:ext cx="203210" cy="203210"/>
            </a:xfrm>
            <a:prstGeom prst="rect">
              <a:avLst/>
            </a:prstGeom>
          </p:spPr>
        </p:pic>
        <p:pic>
          <p:nvPicPr>
            <p:cNvPr id="18" name="Рисунок 17">
              <a:extLst>
                <a:ext uri="{FF2B5EF4-FFF2-40B4-BE49-F238E27FC236}">
                  <a16:creationId xmlns:a16="http://schemas.microsoft.com/office/drawing/2014/main" id="{750D0ACE-1F25-C5C0-3943-812D024A619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2393491"/>
              <a:ext cx="203210" cy="203210"/>
            </a:xfrm>
            <a:prstGeom prst="rect">
              <a:avLst/>
            </a:prstGeom>
          </p:spPr>
        </p:pic>
        <p:pic>
          <p:nvPicPr>
            <p:cNvPr id="19" name="Рисунок 18">
              <a:extLst>
                <a:ext uri="{FF2B5EF4-FFF2-40B4-BE49-F238E27FC236}">
                  <a16:creationId xmlns:a16="http://schemas.microsoft.com/office/drawing/2014/main" id="{E753D982-72C1-AFC8-6385-34159E3D7376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3330251"/>
              <a:ext cx="203210" cy="203210"/>
            </a:xfrm>
            <a:prstGeom prst="rect">
              <a:avLst/>
            </a:prstGeom>
          </p:spPr>
        </p:pic>
        <p:pic>
          <p:nvPicPr>
            <p:cNvPr id="20" name="Рисунок 19">
              <a:extLst>
                <a:ext uri="{FF2B5EF4-FFF2-40B4-BE49-F238E27FC236}">
                  <a16:creationId xmlns:a16="http://schemas.microsoft.com/office/drawing/2014/main" id="{61DEDE37-0182-47F1-011A-C503CACCE457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4274781"/>
              <a:ext cx="203210" cy="203210"/>
            </a:xfrm>
            <a:prstGeom prst="rect">
              <a:avLst/>
            </a:prstGeom>
          </p:spPr>
        </p:pic>
        <p:pic>
          <p:nvPicPr>
            <p:cNvPr id="21" name="Рисунок 20">
              <a:extLst>
                <a:ext uri="{FF2B5EF4-FFF2-40B4-BE49-F238E27FC236}">
                  <a16:creationId xmlns:a16="http://schemas.microsoft.com/office/drawing/2014/main" id="{7EB8D5DE-6843-B864-8324-C2D3ADBF8791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1925227"/>
              <a:ext cx="203210" cy="203210"/>
            </a:xfrm>
            <a:prstGeom prst="rect">
              <a:avLst/>
            </a:prstGeom>
          </p:spPr>
        </p:pic>
        <p:pic>
          <p:nvPicPr>
            <p:cNvPr id="22" name="Рисунок 21">
              <a:extLst>
                <a:ext uri="{FF2B5EF4-FFF2-40B4-BE49-F238E27FC236}">
                  <a16:creationId xmlns:a16="http://schemas.microsoft.com/office/drawing/2014/main" id="{85B04EDA-5A8B-F891-E057-856FB229DD8D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4747046"/>
              <a:ext cx="203210" cy="203210"/>
            </a:xfrm>
            <a:prstGeom prst="rect">
              <a:avLst/>
            </a:prstGeom>
          </p:spPr>
        </p:pic>
      </p:grpSp>
      <p:grpSp>
        <p:nvGrpSpPr>
          <p:cNvPr id="24" name="Группа 23">
            <a:extLst>
              <a:ext uri="{FF2B5EF4-FFF2-40B4-BE49-F238E27FC236}">
                <a16:creationId xmlns:a16="http://schemas.microsoft.com/office/drawing/2014/main" id="{ACDEFC85-D958-F805-43B0-03F4006179F7}"/>
              </a:ext>
            </a:extLst>
          </p:cNvPr>
          <p:cNvGrpSpPr/>
          <p:nvPr/>
        </p:nvGrpSpPr>
        <p:grpSpPr>
          <a:xfrm>
            <a:off x="861468" y="106931"/>
            <a:ext cx="11206162" cy="786262"/>
            <a:chOff x="883444" y="90039"/>
            <a:chExt cx="11206162" cy="786262"/>
          </a:xfrm>
        </p:grpSpPr>
        <p:sp>
          <p:nvSpPr>
            <p:cNvPr id="25" name="Прямоугольник: скругленные углы 24">
              <a:extLst>
                <a:ext uri="{FF2B5EF4-FFF2-40B4-BE49-F238E27FC236}">
                  <a16:creationId xmlns:a16="http://schemas.microsoft.com/office/drawing/2014/main" id="{204D1476-FB00-4238-ECD1-7089C8F7F9AC}"/>
                </a:ext>
              </a:extLst>
            </p:cNvPr>
            <p:cNvSpPr/>
            <p:nvPr/>
          </p:nvSpPr>
          <p:spPr>
            <a:xfrm>
              <a:off x="883444" y="90039"/>
              <a:ext cx="11206162" cy="786262"/>
            </a:xfrm>
            <a:prstGeom prst="roundRect">
              <a:avLst>
                <a:gd name="adj" fmla="val 4689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84079B6E-3210-FF5D-86AD-7651C07B9BEC}"/>
                </a:ext>
              </a:extLst>
            </p:cNvPr>
            <p:cNvSpPr txBox="1"/>
            <p:nvPr/>
          </p:nvSpPr>
          <p:spPr>
            <a:xfrm>
              <a:off x="11143122" y="221560"/>
              <a:ext cx="858378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ru-RU" sz="2800" dirty="0">
                  <a:latin typeface="Comfortaa Medium" pitchFamily="2" charset="0"/>
                </a:rPr>
                <a:t>9/11</a:t>
              </a:r>
            </a:p>
          </p:txBody>
        </p:sp>
      </p:grpSp>
      <p:sp>
        <p:nvSpPr>
          <p:cNvPr id="27" name="Заголовок 1">
            <a:extLst>
              <a:ext uri="{FF2B5EF4-FFF2-40B4-BE49-F238E27FC236}">
                <a16:creationId xmlns:a16="http://schemas.microsoft.com/office/drawing/2014/main" id="{E45D4625-DDE0-06B6-6F55-AE45317309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6324" y="228389"/>
            <a:ext cx="10066797" cy="509563"/>
          </a:xfrm>
        </p:spPr>
        <p:txBody>
          <a:bodyPr>
            <a:noAutofit/>
          </a:bodyPr>
          <a:lstStyle/>
          <a:p>
            <a:r>
              <a:rPr lang="ru-RU" sz="3200" dirty="0">
                <a:latin typeface="Comfortaa Medium" pitchFamily="2" charset="0"/>
              </a:rPr>
              <a:t>Преимущества проекта</a:t>
            </a:r>
          </a:p>
        </p:txBody>
      </p:sp>
      <p:grpSp>
        <p:nvGrpSpPr>
          <p:cNvPr id="54" name="Группа 53">
            <a:extLst>
              <a:ext uri="{FF2B5EF4-FFF2-40B4-BE49-F238E27FC236}">
                <a16:creationId xmlns:a16="http://schemas.microsoft.com/office/drawing/2014/main" id="{454F39D7-2DAE-C311-7C9F-E4ACD60B17F6}"/>
              </a:ext>
            </a:extLst>
          </p:cNvPr>
          <p:cNvGrpSpPr/>
          <p:nvPr/>
        </p:nvGrpSpPr>
        <p:grpSpPr>
          <a:xfrm>
            <a:off x="952500" y="1723424"/>
            <a:ext cx="2518287" cy="3732357"/>
            <a:chOff x="952500" y="1723424"/>
            <a:chExt cx="2518287" cy="3732357"/>
          </a:xfrm>
        </p:grpSpPr>
        <p:grpSp>
          <p:nvGrpSpPr>
            <p:cNvPr id="35" name="Группа 34">
              <a:extLst>
                <a:ext uri="{FF2B5EF4-FFF2-40B4-BE49-F238E27FC236}">
                  <a16:creationId xmlns:a16="http://schemas.microsoft.com/office/drawing/2014/main" id="{E3169C10-CA12-291D-CBD4-2F177882C89D}"/>
                </a:ext>
              </a:extLst>
            </p:cNvPr>
            <p:cNvGrpSpPr/>
            <p:nvPr/>
          </p:nvGrpSpPr>
          <p:grpSpPr>
            <a:xfrm>
              <a:off x="952500" y="1723424"/>
              <a:ext cx="2518287" cy="3732357"/>
              <a:chOff x="1041394" y="1667282"/>
              <a:chExt cx="3156980" cy="3732357"/>
            </a:xfrm>
          </p:grpSpPr>
          <p:sp>
            <p:nvSpPr>
              <p:cNvPr id="36" name="Прямоугольник: скругленные углы 35">
                <a:extLst>
                  <a:ext uri="{FF2B5EF4-FFF2-40B4-BE49-F238E27FC236}">
                    <a16:creationId xmlns:a16="http://schemas.microsoft.com/office/drawing/2014/main" id="{B6F1861F-5083-0700-2D25-599413660F3C}"/>
                  </a:ext>
                </a:extLst>
              </p:cNvPr>
              <p:cNvSpPr/>
              <p:nvPr/>
            </p:nvSpPr>
            <p:spPr>
              <a:xfrm>
                <a:off x="1041394" y="1667282"/>
                <a:ext cx="3156980" cy="3732357"/>
              </a:xfrm>
              <a:prstGeom prst="roundRect">
                <a:avLst>
                  <a:gd name="adj" fmla="val 4689"/>
                </a:avLst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4AE0352C-BA42-4CC9-10B1-08DA098C4611}"/>
                  </a:ext>
                </a:extLst>
              </p:cNvPr>
              <p:cNvSpPr txBox="1"/>
              <p:nvPr/>
            </p:nvSpPr>
            <p:spPr>
              <a:xfrm>
                <a:off x="1041394" y="4412577"/>
                <a:ext cx="315698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ru-RU" dirty="0">
                    <a:latin typeface="Comfortaa Medium" pitchFamily="2" charset="0"/>
                  </a:rPr>
                  <a:t>Скорость</a:t>
                </a:r>
              </a:p>
            </p:txBody>
          </p:sp>
        </p:grpSp>
        <p:pic>
          <p:nvPicPr>
            <p:cNvPr id="43" name="Picture 4" descr="Максимальная скорость – Бесплатные иконки:">
              <a:extLst>
                <a:ext uri="{FF2B5EF4-FFF2-40B4-BE49-F238E27FC236}">
                  <a16:creationId xmlns:a16="http://schemas.microsoft.com/office/drawing/2014/main" id="{B90749CF-5A1E-B9BC-B6EB-1320F2FA949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366069" y="2319232"/>
              <a:ext cx="1691148" cy="169114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53" name="Группа 52">
            <a:extLst>
              <a:ext uri="{FF2B5EF4-FFF2-40B4-BE49-F238E27FC236}">
                <a16:creationId xmlns:a16="http://schemas.microsoft.com/office/drawing/2014/main" id="{7DB1BE3D-E594-4CB9-64FE-403FE1860352}"/>
              </a:ext>
            </a:extLst>
          </p:cNvPr>
          <p:cNvGrpSpPr/>
          <p:nvPr/>
        </p:nvGrpSpPr>
        <p:grpSpPr>
          <a:xfrm>
            <a:off x="3729944" y="1719321"/>
            <a:ext cx="2668883" cy="3732357"/>
            <a:chOff x="3729944" y="1719321"/>
            <a:chExt cx="2668883" cy="3732357"/>
          </a:xfrm>
        </p:grpSpPr>
        <p:grpSp>
          <p:nvGrpSpPr>
            <p:cNvPr id="32" name="Группа 31">
              <a:extLst>
                <a:ext uri="{FF2B5EF4-FFF2-40B4-BE49-F238E27FC236}">
                  <a16:creationId xmlns:a16="http://schemas.microsoft.com/office/drawing/2014/main" id="{561B926A-111A-C405-BDA2-7E41806723C8}"/>
                </a:ext>
              </a:extLst>
            </p:cNvPr>
            <p:cNvGrpSpPr/>
            <p:nvPr/>
          </p:nvGrpSpPr>
          <p:grpSpPr>
            <a:xfrm>
              <a:off x="3729944" y="1719321"/>
              <a:ext cx="2668883" cy="3732357"/>
              <a:chOff x="1041394" y="1667282"/>
              <a:chExt cx="3156980" cy="3732357"/>
            </a:xfrm>
          </p:grpSpPr>
          <p:sp>
            <p:nvSpPr>
              <p:cNvPr id="33" name="Прямоугольник: скругленные углы 32">
                <a:extLst>
                  <a:ext uri="{FF2B5EF4-FFF2-40B4-BE49-F238E27FC236}">
                    <a16:creationId xmlns:a16="http://schemas.microsoft.com/office/drawing/2014/main" id="{DDEBCA52-EAA7-E1EC-6E91-B19882DB1F7B}"/>
                  </a:ext>
                </a:extLst>
              </p:cNvPr>
              <p:cNvSpPr/>
              <p:nvPr/>
            </p:nvSpPr>
            <p:spPr>
              <a:xfrm>
                <a:off x="1041394" y="1667282"/>
                <a:ext cx="3156980" cy="3732357"/>
              </a:xfrm>
              <a:prstGeom prst="roundRect">
                <a:avLst>
                  <a:gd name="adj" fmla="val 4689"/>
                </a:avLst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 dirty="0"/>
              </a:p>
            </p:txBody>
          </p:sp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105B4375-81D1-80A6-4372-F5FD97576521}"/>
                  </a:ext>
                </a:extLst>
              </p:cNvPr>
              <p:cNvSpPr txBox="1"/>
              <p:nvPr/>
            </p:nvSpPr>
            <p:spPr>
              <a:xfrm>
                <a:off x="1041394" y="4429331"/>
                <a:ext cx="315698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ru-RU" dirty="0">
                    <a:latin typeface="Comfortaa Medium" pitchFamily="2" charset="0"/>
                  </a:rPr>
                  <a:t>Контроль</a:t>
                </a:r>
              </a:p>
            </p:txBody>
          </p:sp>
        </p:grpSp>
        <p:pic>
          <p:nvPicPr>
            <p:cNvPr id="45" name="Picture 6" descr="Пнг Проверка 27 фото">
              <a:extLst>
                <a:ext uri="{FF2B5EF4-FFF2-40B4-BE49-F238E27FC236}">
                  <a16:creationId xmlns:a16="http://schemas.microsoft.com/office/drawing/2014/main" id="{9F18291D-E2C3-239D-CBFE-C60703029C0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184090" y="2284511"/>
              <a:ext cx="1760590" cy="176059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52" name="Группа 51">
            <a:extLst>
              <a:ext uri="{FF2B5EF4-FFF2-40B4-BE49-F238E27FC236}">
                <a16:creationId xmlns:a16="http://schemas.microsoft.com/office/drawing/2014/main" id="{9944D1C2-5A77-4EE5-936D-CC91B844D1DE}"/>
              </a:ext>
            </a:extLst>
          </p:cNvPr>
          <p:cNvGrpSpPr/>
          <p:nvPr/>
        </p:nvGrpSpPr>
        <p:grpSpPr>
          <a:xfrm>
            <a:off x="6657984" y="1717270"/>
            <a:ext cx="2544097" cy="3732357"/>
            <a:chOff x="6657984" y="1717270"/>
            <a:chExt cx="2544097" cy="3732357"/>
          </a:xfrm>
        </p:grpSpPr>
        <p:grpSp>
          <p:nvGrpSpPr>
            <p:cNvPr id="28" name="Группа 27">
              <a:extLst>
                <a:ext uri="{FF2B5EF4-FFF2-40B4-BE49-F238E27FC236}">
                  <a16:creationId xmlns:a16="http://schemas.microsoft.com/office/drawing/2014/main" id="{C56951AD-4FEF-31EF-20E3-443AF3A31A7D}"/>
                </a:ext>
              </a:extLst>
            </p:cNvPr>
            <p:cNvGrpSpPr/>
            <p:nvPr/>
          </p:nvGrpSpPr>
          <p:grpSpPr>
            <a:xfrm>
              <a:off x="6657984" y="1717270"/>
              <a:ext cx="2544097" cy="3732357"/>
              <a:chOff x="1041394" y="1667282"/>
              <a:chExt cx="3156980" cy="3732357"/>
            </a:xfrm>
          </p:grpSpPr>
          <p:sp>
            <p:nvSpPr>
              <p:cNvPr id="29" name="Прямоугольник: скругленные углы 28">
                <a:extLst>
                  <a:ext uri="{FF2B5EF4-FFF2-40B4-BE49-F238E27FC236}">
                    <a16:creationId xmlns:a16="http://schemas.microsoft.com/office/drawing/2014/main" id="{9CCD54FC-01B4-DA7C-0B0D-C24CFC60A382}"/>
                  </a:ext>
                </a:extLst>
              </p:cNvPr>
              <p:cNvSpPr/>
              <p:nvPr/>
            </p:nvSpPr>
            <p:spPr>
              <a:xfrm>
                <a:off x="1041394" y="1667282"/>
                <a:ext cx="3156980" cy="3732357"/>
              </a:xfrm>
              <a:prstGeom prst="roundRect">
                <a:avLst>
                  <a:gd name="adj" fmla="val 4689"/>
                </a:avLst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 dirty="0"/>
              </a:p>
            </p:txBody>
          </p: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939969A3-1104-B7DA-0ACB-E9D642977611}"/>
                  </a:ext>
                </a:extLst>
              </p:cNvPr>
              <p:cNvSpPr txBox="1"/>
              <p:nvPr/>
            </p:nvSpPr>
            <p:spPr>
              <a:xfrm>
                <a:off x="1041394" y="4418731"/>
                <a:ext cx="3124952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ru-RU" dirty="0">
                    <a:latin typeface="Comfortaa Medium" pitchFamily="2" charset="0"/>
                  </a:rPr>
                  <a:t>Расширение</a:t>
                </a:r>
              </a:p>
            </p:txBody>
          </p:sp>
        </p:grpSp>
        <p:pic>
          <p:nvPicPr>
            <p:cNvPr id="4108" name="Picture 12" descr="Значок расширения Символ вектора расширения Простой черный значок  увеличения | Премиум вектор">
              <a:extLst>
                <a:ext uri="{FF2B5EF4-FFF2-40B4-BE49-F238E27FC236}">
                  <a16:creationId xmlns:a16="http://schemas.microsoft.com/office/drawing/2014/main" id="{D2676F6E-FE8E-4681-A7BF-2E50725396E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995706" y="2230480"/>
              <a:ext cx="1868652" cy="186865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51" name="Группа 50">
            <a:extLst>
              <a:ext uri="{FF2B5EF4-FFF2-40B4-BE49-F238E27FC236}">
                <a16:creationId xmlns:a16="http://schemas.microsoft.com/office/drawing/2014/main" id="{11A99480-9063-F93E-9C84-EE15662BE76B}"/>
              </a:ext>
            </a:extLst>
          </p:cNvPr>
          <p:cNvGrpSpPr/>
          <p:nvPr/>
        </p:nvGrpSpPr>
        <p:grpSpPr>
          <a:xfrm>
            <a:off x="9461237" y="1721372"/>
            <a:ext cx="2518287" cy="3732357"/>
            <a:chOff x="9461237" y="1721372"/>
            <a:chExt cx="2518287" cy="3732357"/>
          </a:xfrm>
        </p:grpSpPr>
        <p:grpSp>
          <p:nvGrpSpPr>
            <p:cNvPr id="40" name="Группа 39">
              <a:extLst>
                <a:ext uri="{FF2B5EF4-FFF2-40B4-BE49-F238E27FC236}">
                  <a16:creationId xmlns:a16="http://schemas.microsoft.com/office/drawing/2014/main" id="{2B2FB407-8656-C708-9628-EDB011C815FE}"/>
                </a:ext>
              </a:extLst>
            </p:cNvPr>
            <p:cNvGrpSpPr/>
            <p:nvPr/>
          </p:nvGrpSpPr>
          <p:grpSpPr>
            <a:xfrm>
              <a:off x="9461237" y="1721372"/>
              <a:ext cx="2518287" cy="3732357"/>
              <a:chOff x="1041394" y="1667282"/>
              <a:chExt cx="3156980" cy="3732357"/>
            </a:xfrm>
          </p:grpSpPr>
          <p:sp>
            <p:nvSpPr>
              <p:cNvPr id="41" name="Прямоугольник: скругленные углы 40">
                <a:extLst>
                  <a:ext uri="{FF2B5EF4-FFF2-40B4-BE49-F238E27FC236}">
                    <a16:creationId xmlns:a16="http://schemas.microsoft.com/office/drawing/2014/main" id="{B95AF9D4-EDC3-59ED-A483-A44010E06A68}"/>
                  </a:ext>
                </a:extLst>
              </p:cNvPr>
              <p:cNvSpPr/>
              <p:nvPr/>
            </p:nvSpPr>
            <p:spPr>
              <a:xfrm>
                <a:off x="1041394" y="1667282"/>
                <a:ext cx="3156980" cy="3732357"/>
              </a:xfrm>
              <a:prstGeom prst="roundRect">
                <a:avLst>
                  <a:gd name="adj" fmla="val 4689"/>
                </a:avLst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8C2C9C01-DA66-3821-6207-B0D5B9E482D1}"/>
                  </a:ext>
                </a:extLst>
              </p:cNvPr>
              <p:cNvSpPr txBox="1"/>
              <p:nvPr/>
            </p:nvSpPr>
            <p:spPr>
              <a:xfrm>
                <a:off x="1041394" y="4418731"/>
                <a:ext cx="315698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ru-RU" dirty="0">
                    <a:latin typeface="Comfortaa Medium" pitchFamily="2" charset="0"/>
                  </a:rPr>
                  <a:t>Удобство</a:t>
                </a:r>
              </a:p>
            </p:txBody>
          </p:sp>
        </p:grpSp>
        <p:pic>
          <p:nvPicPr>
            <p:cNvPr id="50" name="Picture 22" descr="Диван – Бесплатные иконки: мебель и дом">
              <a:extLst>
                <a:ext uri="{FF2B5EF4-FFF2-40B4-BE49-F238E27FC236}">
                  <a16:creationId xmlns:a16="http://schemas.microsoft.com/office/drawing/2014/main" id="{AA8D93C2-9AFF-9532-825A-F97EAD03F0B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752220" y="2196646"/>
              <a:ext cx="1936320" cy="193632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7750044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791C3C3-0077-AE1D-E5AC-241A664FF6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Прямоугольник 55">
            <a:extLst>
              <a:ext uri="{FF2B5EF4-FFF2-40B4-BE49-F238E27FC236}">
                <a16:creationId xmlns:a16="http://schemas.microsoft.com/office/drawing/2014/main" id="{52EF1444-38C3-63CD-B542-F451150A0E00}"/>
              </a:ext>
            </a:extLst>
          </p:cNvPr>
          <p:cNvSpPr/>
          <p:nvPr/>
        </p:nvSpPr>
        <p:spPr>
          <a:xfrm>
            <a:off x="0" y="0"/>
            <a:ext cx="762000" cy="6858000"/>
          </a:xfrm>
          <a:prstGeom prst="rect">
            <a:avLst/>
          </a:prstGeom>
          <a:solidFill>
            <a:srgbClr val="FFA72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57" name="Группа 56">
            <a:extLst>
              <a:ext uri="{FF2B5EF4-FFF2-40B4-BE49-F238E27FC236}">
                <a16:creationId xmlns:a16="http://schemas.microsoft.com/office/drawing/2014/main" id="{B6B3E1B2-2F8E-F12D-D273-FEBA9978C34E}"/>
              </a:ext>
            </a:extLst>
          </p:cNvPr>
          <p:cNvGrpSpPr/>
          <p:nvPr/>
        </p:nvGrpSpPr>
        <p:grpSpPr>
          <a:xfrm>
            <a:off x="102394" y="190499"/>
            <a:ext cx="557212" cy="532449"/>
            <a:chOff x="102394" y="190499"/>
            <a:chExt cx="557212" cy="532449"/>
          </a:xfrm>
        </p:grpSpPr>
        <p:grpSp>
          <p:nvGrpSpPr>
            <p:cNvPr id="58" name="Группа 57">
              <a:extLst>
                <a:ext uri="{FF2B5EF4-FFF2-40B4-BE49-F238E27FC236}">
                  <a16:creationId xmlns:a16="http://schemas.microsoft.com/office/drawing/2014/main" id="{6D33B6DA-B0B4-4E58-4069-2B2A930DF680}"/>
                </a:ext>
              </a:extLst>
            </p:cNvPr>
            <p:cNvGrpSpPr/>
            <p:nvPr/>
          </p:nvGrpSpPr>
          <p:grpSpPr>
            <a:xfrm>
              <a:off x="190500" y="190499"/>
              <a:ext cx="381000" cy="381000"/>
              <a:chOff x="190500" y="190499"/>
              <a:chExt cx="381000" cy="381000"/>
            </a:xfrm>
          </p:grpSpPr>
          <p:sp>
            <p:nvSpPr>
              <p:cNvPr id="60" name="Прямоугольник: скругленные углы 59">
                <a:extLst>
                  <a:ext uri="{FF2B5EF4-FFF2-40B4-BE49-F238E27FC236}">
                    <a16:creationId xmlns:a16="http://schemas.microsoft.com/office/drawing/2014/main" id="{AD8B2754-1AEB-9ED1-0FC7-814707174E8F}"/>
                  </a:ext>
                </a:extLst>
              </p:cNvPr>
              <p:cNvSpPr/>
              <p:nvPr/>
            </p:nvSpPr>
            <p:spPr>
              <a:xfrm>
                <a:off x="190500" y="190499"/>
                <a:ext cx="381000" cy="381000"/>
              </a:xfrm>
              <a:prstGeom prst="roundRect">
                <a:avLst/>
              </a:prstGeom>
              <a:solidFill>
                <a:srgbClr val="FFB951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 dirty="0"/>
              </a:p>
            </p:txBody>
          </p:sp>
          <p:pic>
            <p:nvPicPr>
              <p:cNvPr id="61" name="Рисунок 60">
                <a:extLst>
                  <a:ext uri="{FF2B5EF4-FFF2-40B4-BE49-F238E27FC236}">
                    <a16:creationId xmlns:a16="http://schemas.microsoft.com/office/drawing/2014/main" id="{B443EF93-234A-2FF4-D1E0-C6B90530047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61937" y="261936"/>
                <a:ext cx="238126" cy="238126"/>
              </a:xfrm>
              <a:prstGeom prst="rect">
                <a:avLst/>
              </a:prstGeom>
              <a:ln>
                <a:noFill/>
              </a:ln>
            </p:spPr>
          </p:pic>
        </p:grpSp>
        <p:cxnSp>
          <p:nvCxnSpPr>
            <p:cNvPr id="59" name="Прямая соединительная линия 58">
              <a:extLst>
                <a:ext uri="{FF2B5EF4-FFF2-40B4-BE49-F238E27FC236}">
                  <a16:creationId xmlns:a16="http://schemas.microsoft.com/office/drawing/2014/main" id="{2CBF6736-DCBD-C993-1769-072D41536B1F}"/>
                </a:ext>
              </a:extLst>
            </p:cNvPr>
            <p:cNvCxnSpPr>
              <a:cxnSpLocks/>
            </p:cNvCxnSpPr>
            <p:nvPr/>
          </p:nvCxnSpPr>
          <p:spPr>
            <a:xfrm>
              <a:off x="102394" y="722948"/>
              <a:ext cx="557212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2" name="Прямоугольник: скругленные углы 61">
            <a:extLst>
              <a:ext uri="{FF2B5EF4-FFF2-40B4-BE49-F238E27FC236}">
                <a16:creationId xmlns:a16="http://schemas.microsoft.com/office/drawing/2014/main" id="{0425D387-9444-9F67-AAD2-EF221B23AA9F}"/>
              </a:ext>
            </a:extLst>
          </p:cNvPr>
          <p:cNvSpPr/>
          <p:nvPr/>
        </p:nvSpPr>
        <p:spPr>
          <a:xfrm>
            <a:off x="190500" y="4658151"/>
            <a:ext cx="381000" cy="381000"/>
          </a:xfrm>
          <a:prstGeom prst="roundRect">
            <a:avLst/>
          </a:prstGeom>
          <a:solidFill>
            <a:srgbClr val="FFB951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grpSp>
        <p:nvGrpSpPr>
          <p:cNvPr id="63" name="Группа 62">
            <a:extLst>
              <a:ext uri="{FF2B5EF4-FFF2-40B4-BE49-F238E27FC236}">
                <a16:creationId xmlns:a16="http://schemas.microsoft.com/office/drawing/2014/main" id="{955A1619-5936-1E58-9DB3-BE1BE787AD51}"/>
              </a:ext>
            </a:extLst>
          </p:cNvPr>
          <p:cNvGrpSpPr/>
          <p:nvPr/>
        </p:nvGrpSpPr>
        <p:grpSpPr>
          <a:xfrm>
            <a:off x="279395" y="984234"/>
            <a:ext cx="203210" cy="3966022"/>
            <a:chOff x="279395" y="984234"/>
            <a:chExt cx="203210" cy="3966022"/>
          </a:xfrm>
        </p:grpSpPr>
        <p:pic>
          <p:nvPicPr>
            <p:cNvPr id="64" name="Рисунок 63">
              <a:extLst>
                <a:ext uri="{FF2B5EF4-FFF2-40B4-BE49-F238E27FC236}">
                  <a16:creationId xmlns:a16="http://schemas.microsoft.com/office/drawing/2014/main" id="{F40524E4-3BF3-69CF-D8E9-E9314CF1541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984234"/>
              <a:ext cx="203210" cy="203210"/>
            </a:xfrm>
            <a:prstGeom prst="rect">
              <a:avLst/>
            </a:prstGeom>
          </p:spPr>
        </p:pic>
        <p:pic>
          <p:nvPicPr>
            <p:cNvPr id="65" name="Рисунок 64">
              <a:extLst>
                <a:ext uri="{FF2B5EF4-FFF2-40B4-BE49-F238E27FC236}">
                  <a16:creationId xmlns:a16="http://schemas.microsoft.com/office/drawing/2014/main" id="{EF765F53-1A42-CA6E-0ED2-B86F71D1448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1456731"/>
              <a:ext cx="203210" cy="203210"/>
            </a:xfrm>
            <a:prstGeom prst="rect">
              <a:avLst/>
            </a:prstGeom>
          </p:spPr>
        </p:pic>
        <p:pic>
          <p:nvPicPr>
            <p:cNvPr id="66" name="Рисунок 65">
              <a:extLst>
                <a:ext uri="{FF2B5EF4-FFF2-40B4-BE49-F238E27FC236}">
                  <a16:creationId xmlns:a16="http://schemas.microsoft.com/office/drawing/2014/main" id="{953AD414-7A0E-4220-32DC-0D95BA3FD4A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3802516"/>
              <a:ext cx="203210" cy="203210"/>
            </a:xfrm>
            <a:prstGeom prst="rect">
              <a:avLst/>
            </a:prstGeom>
          </p:spPr>
        </p:pic>
        <p:pic>
          <p:nvPicPr>
            <p:cNvPr id="67" name="Рисунок 66">
              <a:extLst>
                <a:ext uri="{FF2B5EF4-FFF2-40B4-BE49-F238E27FC236}">
                  <a16:creationId xmlns:a16="http://schemas.microsoft.com/office/drawing/2014/main" id="{B148EA14-E3E4-68D6-3040-8AC62F60A65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2857986"/>
              <a:ext cx="203210" cy="203210"/>
            </a:xfrm>
            <a:prstGeom prst="rect">
              <a:avLst/>
            </a:prstGeom>
          </p:spPr>
        </p:pic>
        <p:pic>
          <p:nvPicPr>
            <p:cNvPr id="68" name="Рисунок 67">
              <a:extLst>
                <a:ext uri="{FF2B5EF4-FFF2-40B4-BE49-F238E27FC236}">
                  <a16:creationId xmlns:a16="http://schemas.microsoft.com/office/drawing/2014/main" id="{6A32D3B5-340B-3690-E0DE-402994AAE7B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2393491"/>
              <a:ext cx="203210" cy="203210"/>
            </a:xfrm>
            <a:prstGeom prst="rect">
              <a:avLst/>
            </a:prstGeom>
          </p:spPr>
        </p:pic>
        <p:pic>
          <p:nvPicPr>
            <p:cNvPr id="69" name="Рисунок 68">
              <a:extLst>
                <a:ext uri="{FF2B5EF4-FFF2-40B4-BE49-F238E27FC236}">
                  <a16:creationId xmlns:a16="http://schemas.microsoft.com/office/drawing/2014/main" id="{6378F747-F03D-F9AC-4F67-4DAEAA8DB0CC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3330251"/>
              <a:ext cx="203210" cy="203210"/>
            </a:xfrm>
            <a:prstGeom prst="rect">
              <a:avLst/>
            </a:prstGeom>
          </p:spPr>
        </p:pic>
        <p:pic>
          <p:nvPicPr>
            <p:cNvPr id="70" name="Рисунок 69">
              <a:extLst>
                <a:ext uri="{FF2B5EF4-FFF2-40B4-BE49-F238E27FC236}">
                  <a16:creationId xmlns:a16="http://schemas.microsoft.com/office/drawing/2014/main" id="{83E23C14-C055-907D-D8DB-2D24E0DC63C2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4274781"/>
              <a:ext cx="203210" cy="203210"/>
            </a:xfrm>
            <a:prstGeom prst="rect">
              <a:avLst/>
            </a:prstGeom>
          </p:spPr>
        </p:pic>
        <p:pic>
          <p:nvPicPr>
            <p:cNvPr id="71" name="Рисунок 70">
              <a:extLst>
                <a:ext uri="{FF2B5EF4-FFF2-40B4-BE49-F238E27FC236}">
                  <a16:creationId xmlns:a16="http://schemas.microsoft.com/office/drawing/2014/main" id="{656909B1-7D2C-110F-C6E1-302111A896B0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1925227"/>
              <a:ext cx="203210" cy="203210"/>
            </a:xfrm>
            <a:prstGeom prst="rect">
              <a:avLst/>
            </a:prstGeom>
          </p:spPr>
        </p:pic>
        <p:pic>
          <p:nvPicPr>
            <p:cNvPr id="72" name="Рисунок 71">
              <a:extLst>
                <a:ext uri="{FF2B5EF4-FFF2-40B4-BE49-F238E27FC236}">
                  <a16:creationId xmlns:a16="http://schemas.microsoft.com/office/drawing/2014/main" id="{3CE8AF64-8984-88B7-7C33-03ACF3CCE898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4747046"/>
              <a:ext cx="203210" cy="203210"/>
            </a:xfrm>
            <a:prstGeom prst="rect">
              <a:avLst/>
            </a:prstGeom>
          </p:spPr>
        </p:pic>
      </p:grpSp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3AB0061F-BE6E-AE34-0B5E-F731ABC2BC85}"/>
              </a:ext>
            </a:extLst>
          </p:cNvPr>
          <p:cNvGrpSpPr/>
          <p:nvPr/>
        </p:nvGrpSpPr>
        <p:grpSpPr>
          <a:xfrm>
            <a:off x="861468" y="106931"/>
            <a:ext cx="11206162" cy="786262"/>
            <a:chOff x="883444" y="90039"/>
            <a:chExt cx="11206162" cy="786262"/>
          </a:xfrm>
        </p:grpSpPr>
        <p:sp>
          <p:nvSpPr>
            <p:cNvPr id="10" name="Прямоугольник: скругленные углы 9">
              <a:extLst>
                <a:ext uri="{FF2B5EF4-FFF2-40B4-BE49-F238E27FC236}">
                  <a16:creationId xmlns:a16="http://schemas.microsoft.com/office/drawing/2014/main" id="{90862BC6-CEE1-63FB-3A2E-3BB9920A453F}"/>
                </a:ext>
              </a:extLst>
            </p:cNvPr>
            <p:cNvSpPr/>
            <p:nvPr/>
          </p:nvSpPr>
          <p:spPr>
            <a:xfrm>
              <a:off x="883444" y="90039"/>
              <a:ext cx="11206162" cy="786262"/>
            </a:xfrm>
            <a:prstGeom prst="roundRect">
              <a:avLst>
                <a:gd name="adj" fmla="val 4689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7692D4BA-6AB7-88E0-741A-61FDB63687D6}"/>
                </a:ext>
              </a:extLst>
            </p:cNvPr>
            <p:cNvSpPr txBox="1"/>
            <p:nvPr/>
          </p:nvSpPr>
          <p:spPr>
            <a:xfrm>
              <a:off x="11013826" y="221560"/>
              <a:ext cx="987674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ru-RU" sz="2800" dirty="0">
                  <a:latin typeface="Comfortaa Medium" pitchFamily="2" charset="0"/>
                </a:rPr>
                <a:t>10/11</a:t>
              </a:r>
            </a:p>
          </p:txBody>
        </p:sp>
      </p:grpSp>
      <p:sp>
        <p:nvSpPr>
          <p:cNvPr id="12" name="Заголовок 1">
            <a:extLst>
              <a:ext uri="{FF2B5EF4-FFF2-40B4-BE49-F238E27FC236}">
                <a16:creationId xmlns:a16="http://schemas.microsoft.com/office/drawing/2014/main" id="{0CEC60D4-0CAA-05CF-C9C5-D87E1C2CC0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6324" y="228389"/>
            <a:ext cx="10066797" cy="509563"/>
          </a:xfrm>
        </p:spPr>
        <p:txBody>
          <a:bodyPr>
            <a:noAutofit/>
          </a:bodyPr>
          <a:lstStyle/>
          <a:p>
            <a:r>
              <a:rPr lang="ru-RU" sz="3200" dirty="0">
                <a:latin typeface="Comfortaa Medium" pitchFamily="2" charset="0"/>
              </a:rPr>
              <a:t>Заключение</a:t>
            </a:r>
          </a:p>
        </p:txBody>
      </p:sp>
      <p:grpSp>
        <p:nvGrpSpPr>
          <p:cNvPr id="5" name="Группа 4">
            <a:extLst>
              <a:ext uri="{FF2B5EF4-FFF2-40B4-BE49-F238E27FC236}">
                <a16:creationId xmlns:a16="http://schemas.microsoft.com/office/drawing/2014/main" id="{4B137328-195C-C343-7370-C4A755526655}"/>
              </a:ext>
            </a:extLst>
          </p:cNvPr>
          <p:cNvGrpSpPr/>
          <p:nvPr/>
        </p:nvGrpSpPr>
        <p:grpSpPr>
          <a:xfrm>
            <a:off x="1729466" y="2695636"/>
            <a:ext cx="3121184" cy="1466727"/>
            <a:chOff x="2341062" y="2335789"/>
            <a:chExt cx="3121184" cy="1466727"/>
          </a:xfrm>
        </p:grpSpPr>
        <p:sp>
          <p:nvSpPr>
            <p:cNvPr id="4" name="Прямоугольник: скругленные углы 3">
              <a:extLst>
                <a:ext uri="{FF2B5EF4-FFF2-40B4-BE49-F238E27FC236}">
                  <a16:creationId xmlns:a16="http://schemas.microsoft.com/office/drawing/2014/main" id="{2EBD1A73-8D4A-E3F6-00E3-78341FF8385F}"/>
                </a:ext>
              </a:extLst>
            </p:cNvPr>
            <p:cNvSpPr/>
            <p:nvPr/>
          </p:nvSpPr>
          <p:spPr>
            <a:xfrm>
              <a:off x="2341062" y="2335789"/>
              <a:ext cx="3121184" cy="1466727"/>
            </a:xfrm>
            <a:prstGeom prst="roundRect">
              <a:avLst>
                <a:gd name="adj" fmla="val 4689"/>
              </a:avLst>
            </a:prstGeom>
            <a:solidFill>
              <a:schemeClr val="bg1"/>
            </a:solidFill>
            <a:ln>
              <a:solidFill>
                <a:srgbClr val="FFA72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49B5968C-50DC-1C00-843C-0492E03E7144}"/>
                </a:ext>
              </a:extLst>
            </p:cNvPr>
            <p:cNvSpPr txBox="1"/>
            <p:nvPr/>
          </p:nvSpPr>
          <p:spPr>
            <a:xfrm>
              <a:off x="2460074" y="2468988"/>
              <a:ext cx="2883160" cy="120032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-RU" sz="1800" b="0" i="0" u="none" strike="noStrike" cap="none" dirty="0">
                  <a:solidFill>
                    <a:srgbClr val="0E0E0E"/>
                  </a:solidFill>
                  <a:latin typeface="Comfortaa Medium" pitchFamily="2" charset="0"/>
                  <a:ea typeface="Poppins"/>
                  <a:cs typeface="Poppins"/>
                  <a:sym typeface="Poppins"/>
                </a:rPr>
                <a:t>Поставленная цель достигнута и вс</a:t>
              </a:r>
              <a:r>
                <a:rPr lang="ru-RU" sz="1800" dirty="0">
                  <a:solidFill>
                    <a:srgbClr val="0E0E0E"/>
                  </a:solidFill>
                  <a:latin typeface="Comfortaa Medium" pitchFamily="2" charset="0"/>
                  <a:ea typeface="Poppins"/>
                  <a:cs typeface="Poppins"/>
                  <a:sym typeface="Poppins"/>
                </a:rPr>
                <a:t>е компетенции закрыты</a:t>
              </a:r>
              <a:endParaRPr lang="ru-RU" sz="1800" b="0" i="0" u="none" strike="noStrike" cap="none" dirty="0">
                <a:solidFill>
                  <a:schemeClr val="dk1"/>
                </a:solidFill>
                <a:latin typeface="Comfortaa Medium" pitchFamily="2" charset="0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6" name="Picture 4" descr="Скачать картинки Куча бумаг, стоковые фото Куча бумаг в ...">
            <a:extLst>
              <a:ext uri="{FF2B5EF4-FFF2-40B4-BE49-F238E27FC236}">
                <a16:creationId xmlns:a16="http://schemas.microsoft.com/office/drawing/2014/main" id="{540B2C80-8D04-FB8B-4928-983FE16B08D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2">
            <a:extLst>
              <a:ext uri="{BEBA8EAE-BF5A-486C-A8C5-ECC9F3942E4B}">
                <a14:imgProps xmlns:a14="http://schemas.microsoft.com/office/drawing/2010/main">
                  <a14:imgLayer r:embed="rId13">
                    <a14:imgEffect>
                      <a14:backgroundRemoval t="10000" b="90000" l="10000" r="90000">
                        <a14:foregroundMark x1="80912" y1="32432" x2="75169" y2="20120"/>
                        <a14:foregroundMark x1="75169" y1="20120" x2="84122" y2="23423"/>
                        <a14:foregroundMark x1="88851" y1="15015" x2="80236" y2="14715"/>
                        <a14:foregroundMark x1="72128" y1="85886" x2="86149" y2="89189"/>
                        <a14:foregroundMark x1="86149" y1="89189" x2="88682" y2="87387"/>
                        <a14:foregroundMark x1="58446" y1="88589" x2="58108" y2="42643"/>
                        <a14:foregroundMark x1="58108" y1="42643" x2="44595" y2="40841"/>
                        <a14:foregroundMark x1="44595" y1="40841" x2="40114" y2="55131"/>
                        <a14:foregroundMark x1="39311" y1="64993" x2="40034" y2="74174"/>
                        <a14:foregroundMark x1="40034" y1="74174" x2="55574" y2="88889"/>
                        <a14:foregroundMark x1="55574" y1="88889" x2="58615" y2="89189"/>
                        <a14:foregroundMark x1="9966" y1="68168" x2="24324" y2="68468"/>
                        <a14:foregroundMark x1="24324" y1="68468" x2="27365" y2="86486"/>
                        <a14:foregroundMark x1="27365" y1="86486" x2="16723" y2="86186"/>
                        <a14:foregroundMark x1="16723" y1="86186" x2="10473" y2="74775"/>
                        <a14:foregroundMark x1="10473" y1="74775" x2="10642" y2="70270"/>
                        <a14:backgroundMark x1="39020" y1="54955" x2="38514" y2="64865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8022" t="10350" r="8680" b="7103"/>
          <a:stretch>
            <a:fillRect/>
          </a:stretch>
        </p:blipFill>
        <p:spPr bwMode="auto">
          <a:xfrm flipH="1">
            <a:off x="5562450" y="1764648"/>
            <a:ext cx="5525585" cy="31312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Стрелка: вправо 7">
            <a:extLst>
              <a:ext uri="{FF2B5EF4-FFF2-40B4-BE49-F238E27FC236}">
                <a16:creationId xmlns:a16="http://schemas.microsoft.com/office/drawing/2014/main" id="{AC877CA2-9573-9DE1-22A3-0618212CB73B}"/>
              </a:ext>
            </a:extLst>
          </p:cNvPr>
          <p:cNvSpPr/>
          <p:nvPr/>
        </p:nvSpPr>
        <p:spPr>
          <a:xfrm>
            <a:off x="5562450" y="4940403"/>
            <a:ext cx="5525585" cy="167330"/>
          </a:xfrm>
          <a:prstGeom prst="rightArrow">
            <a:avLst>
              <a:gd name="adj1" fmla="val 50000"/>
              <a:gd name="adj2" fmla="val 150859"/>
            </a:avLst>
          </a:prstGeom>
          <a:solidFill>
            <a:srgbClr val="FFA726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890206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83386C5-3FA0-8597-300C-56A3A49C1A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Прямоугольник 41">
            <a:extLst>
              <a:ext uri="{FF2B5EF4-FFF2-40B4-BE49-F238E27FC236}">
                <a16:creationId xmlns:a16="http://schemas.microsoft.com/office/drawing/2014/main" id="{9B52B7A1-5536-3368-1FC6-FA2156E5FA99}"/>
              </a:ext>
            </a:extLst>
          </p:cNvPr>
          <p:cNvSpPr/>
          <p:nvPr/>
        </p:nvSpPr>
        <p:spPr>
          <a:xfrm>
            <a:off x="-1" y="-4281"/>
            <a:ext cx="762000" cy="6858000"/>
          </a:xfrm>
          <a:prstGeom prst="rect">
            <a:avLst/>
          </a:prstGeom>
          <a:solidFill>
            <a:srgbClr val="FFA72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Прямоугольник: скругленные углы 8">
            <a:extLst>
              <a:ext uri="{FF2B5EF4-FFF2-40B4-BE49-F238E27FC236}">
                <a16:creationId xmlns:a16="http://schemas.microsoft.com/office/drawing/2014/main" id="{9259D605-D79B-BBAF-ED9F-612B2856AA62}"/>
              </a:ext>
            </a:extLst>
          </p:cNvPr>
          <p:cNvSpPr/>
          <p:nvPr/>
        </p:nvSpPr>
        <p:spPr>
          <a:xfrm>
            <a:off x="1041394" y="6188619"/>
            <a:ext cx="10960105" cy="560572"/>
          </a:xfrm>
          <a:prstGeom prst="roundRect">
            <a:avLst>
              <a:gd name="adj" fmla="val 4689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Прямоугольник: скругленные углы 5">
            <a:extLst>
              <a:ext uri="{FF2B5EF4-FFF2-40B4-BE49-F238E27FC236}">
                <a16:creationId xmlns:a16="http://schemas.microsoft.com/office/drawing/2014/main" id="{CA8AA589-064A-6E80-6ABD-AC2FE43C0A29}"/>
              </a:ext>
            </a:extLst>
          </p:cNvPr>
          <p:cNvSpPr/>
          <p:nvPr/>
        </p:nvSpPr>
        <p:spPr>
          <a:xfrm>
            <a:off x="1041394" y="2425796"/>
            <a:ext cx="10960105" cy="1107666"/>
          </a:xfrm>
          <a:prstGeom prst="roundRect">
            <a:avLst>
              <a:gd name="adj" fmla="val 4689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4" name="Прямоугольник: скругленные углы 3">
            <a:extLst>
              <a:ext uri="{FF2B5EF4-FFF2-40B4-BE49-F238E27FC236}">
                <a16:creationId xmlns:a16="http://schemas.microsoft.com/office/drawing/2014/main" id="{97B9EFBB-FC6D-A943-3BD0-5C3D8EB5568E}"/>
              </a:ext>
            </a:extLst>
          </p:cNvPr>
          <p:cNvSpPr/>
          <p:nvPr/>
        </p:nvSpPr>
        <p:spPr>
          <a:xfrm>
            <a:off x="1041394" y="13983"/>
            <a:ext cx="10960105" cy="2202153"/>
          </a:xfrm>
          <a:prstGeom prst="roundRect">
            <a:avLst>
              <a:gd name="adj" fmla="val 4689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678B96E-7226-0466-04E1-1E93BF15EA8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49446" y="108808"/>
            <a:ext cx="9144000" cy="1892300"/>
          </a:xfrm>
        </p:spPr>
        <p:txBody>
          <a:bodyPr>
            <a:normAutofit fontScale="90000"/>
          </a:bodyPr>
          <a:lstStyle/>
          <a:p>
            <a:r>
              <a:rPr lang="ru-RU" sz="1800" dirty="0"/>
              <a:t>ФЕДЕРАЛЬНОЕ ГОСУДАРСТВЕННОЕ БЮДЖЕТНОЕ ОБРАЗОВАТЕЛЬНОЕ</a:t>
            </a:r>
            <a:br>
              <a:rPr lang="ru-RU" sz="1800" dirty="0"/>
            </a:br>
            <a:r>
              <a:rPr lang="ru-RU" sz="1800" dirty="0"/>
              <a:t>УЧРЕЖДЕНИЕ ВЫСШЕГО ОБРАЗОВАНИЯ</a:t>
            </a:r>
            <a:br>
              <a:rPr lang="ru-RU" sz="1800" dirty="0"/>
            </a:br>
            <a:r>
              <a:rPr lang="ru-RU" sz="1800" dirty="0"/>
              <a:t>«САНКТ-ПЕТЕРБУРГСКИЙ ГОСУДАРСТВЕННЫЙ УНИВЕРСИТЕТ</a:t>
            </a:r>
            <a:br>
              <a:rPr lang="ru-RU" sz="1800" dirty="0"/>
            </a:br>
            <a:r>
              <a:rPr lang="ru-RU" sz="1800" dirty="0"/>
              <a:t>ТЕЛЕКОММУНИКАЦИЙ ИМ. ПРОФ. М.А. БОНЧ-БРУЕВИЧА»</a:t>
            </a:r>
            <a:br>
              <a:rPr lang="ru-RU" sz="1800" dirty="0"/>
            </a:br>
            <a:r>
              <a:rPr lang="ru-RU" sz="1800" dirty="0"/>
              <a:t>(СПбГУТ)</a:t>
            </a:r>
            <a:br>
              <a:rPr lang="ru-RU" sz="1800" dirty="0"/>
            </a:br>
            <a:r>
              <a:rPr lang="ru-RU" sz="1800" dirty="0"/>
              <a:t>АРХАНГЕЛЬСКИЙ КОЛЛЕДЖ ТЕЛЕКОММУНИКАЦИЙ</a:t>
            </a:r>
            <a:br>
              <a:rPr lang="ru-RU" sz="1800" dirty="0"/>
            </a:br>
            <a:r>
              <a:rPr lang="ru-RU" sz="1800" dirty="0"/>
              <a:t>ИМ. Б.Л. РОЗИНГА (ФИЛИАЛ) СПбГУТ</a:t>
            </a:r>
            <a:br>
              <a:rPr lang="ru-RU" sz="1800" dirty="0"/>
            </a:br>
            <a:r>
              <a:rPr lang="ru-RU" sz="1800" dirty="0"/>
              <a:t>(АКТ (ф) СПбГУТ)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D6A9E6E1-FD07-1FB0-597E-F06EB144640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949445" y="2534539"/>
            <a:ext cx="9144000" cy="890180"/>
          </a:xfrm>
        </p:spPr>
        <p:txBody>
          <a:bodyPr>
            <a:normAutofit fontScale="92500" lnSpcReduction="10000"/>
          </a:bodyPr>
          <a:lstStyle/>
          <a:p>
            <a:r>
              <a:rPr lang="ru-RU" sz="3200" dirty="0"/>
              <a:t>КУРСОВОЙ ПРОЕКТ</a:t>
            </a:r>
          </a:p>
          <a:p>
            <a:r>
              <a:rPr lang="ru-RU" dirty="0"/>
              <a:t>УЧЕТ НОМЕРНОГО ФОНДА СТУДЕНЧЕСКОГО ОБЩЕЖИТИЯ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70E00C9-CBE1-F8E9-855E-FC72F125048F}"/>
              </a:ext>
            </a:extLst>
          </p:cNvPr>
          <p:cNvSpPr txBox="1"/>
          <p:nvPr/>
        </p:nvSpPr>
        <p:spPr>
          <a:xfrm>
            <a:off x="3473446" y="6284239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dirty="0"/>
              <a:t>Архангельск, 2025</a:t>
            </a:r>
          </a:p>
        </p:txBody>
      </p:sp>
      <p:grpSp>
        <p:nvGrpSpPr>
          <p:cNvPr id="47" name="Группа 46">
            <a:extLst>
              <a:ext uri="{FF2B5EF4-FFF2-40B4-BE49-F238E27FC236}">
                <a16:creationId xmlns:a16="http://schemas.microsoft.com/office/drawing/2014/main" id="{47B27502-B663-3079-12C5-1C65CE1963B1}"/>
              </a:ext>
            </a:extLst>
          </p:cNvPr>
          <p:cNvGrpSpPr/>
          <p:nvPr/>
        </p:nvGrpSpPr>
        <p:grpSpPr>
          <a:xfrm>
            <a:off x="102394" y="190499"/>
            <a:ext cx="557212" cy="532449"/>
            <a:chOff x="102394" y="190499"/>
            <a:chExt cx="557212" cy="532449"/>
          </a:xfrm>
        </p:grpSpPr>
        <p:grpSp>
          <p:nvGrpSpPr>
            <p:cNvPr id="46" name="Группа 45">
              <a:extLst>
                <a:ext uri="{FF2B5EF4-FFF2-40B4-BE49-F238E27FC236}">
                  <a16:creationId xmlns:a16="http://schemas.microsoft.com/office/drawing/2014/main" id="{D17199FB-3A9E-A640-B8F4-46A790585344}"/>
                </a:ext>
              </a:extLst>
            </p:cNvPr>
            <p:cNvGrpSpPr/>
            <p:nvPr/>
          </p:nvGrpSpPr>
          <p:grpSpPr>
            <a:xfrm>
              <a:off x="190500" y="190499"/>
              <a:ext cx="381000" cy="381000"/>
              <a:chOff x="190500" y="190499"/>
              <a:chExt cx="381000" cy="381000"/>
            </a:xfrm>
          </p:grpSpPr>
          <p:sp>
            <p:nvSpPr>
              <p:cNvPr id="21" name="Прямоугольник: скругленные углы 20">
                <a:extLst>
                  <a:ext uri="{FF2B5EF4-FFF2-40B4-BE49-F238E27FC236}">
                    <a16:creationId xmlns:a16="http://schemas.microsoft.com/office/drawing/2014/main" id="{EC2EF9F9-862D-4A5C-0171-E04C08930345}"/>
                  </a:ext>
                </a:extLst>
              </p:cNvPr>
              <p:cNvSpPr/>
              <p:nvPr/>
            </p:nvSpPr>
            <p:spPr>
              <a:xfrm>
                <a:off x="190500" y="190499"/>
                <a:ext cx="381000" cy="381000"/>
              </a:xfrm>
              <a:prstGeom prst="roundRect">
                <a:avLst/>
              </a:prstGeom>
              <a:solidFill>
                <a:srgbClr val="FFB951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 dirty="0"/>
              </a:p>
            </p:txBody>
          </p:sp>
          <p:pic>
            <p:nvPicPr>
              <p:cNvPr id="20" name="Рисунок 19">
                <a:extLst>
                  <a:ext uri="{FF2B5EF4-FFF2-40B4-BE49-F238E27FC236}">
                    <a16:creationId xmlns:a16="http://schemas.microsoft.com/office/drawing/2014/main" id="{759BA008-8F6A-FE25-BFDD-239F1E1D923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61937" y="261936"/>
                <a:ext cx="238126" cy="238126"/>
              </a:xfrm>
              <a:prstGeom prst="rect">
                <a:avLst/>
              </a:prstGeom>
              <a:ln>
                <a:noFill/>
              </a:ln>
            </p:spPr>
          </p:pic>
        </p:grpSp>
        <p:cxnSp>
          <p:nvCxnSpPr>
            <p:cNvPr id="23" name="Прямая соединительная линия 22">
              <a:extLst>
                <a:ext uri="{FF2B5EF4-FFF2-40B4-BE49-F238E27FC236}">
                  <a16:creationId xmlns:a16="http://schemas.microsoft.com/office/drawing/2014/main" id="{FF1AA469-F92A-B293-57C5-C97B66E7C08B}"/>
                </a:ext>
              </a:extLst>
            </p:cNvPr>
            <p:cNvCxnSpPr>
              <a:cxnSpLocks/>
            </p:cNvCxnSpPr>
            <p:nvPr/>
          </p:nvCxnSpPr>
          <p:spPr>
            <a:xfrm>
              <a:off x="102394" y="722948"/>
              <a:ext cx="557212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4" name="Прямоугольник: скругленные углы 43">
            <a:extLst>
              <a:ext uri="{FF2B5EF4-FFF2-40B4-BE49-F238E27FC236}">
                <a16:creationId xmlns:a16="http://schemas.microsoft.com/office/drawing/2014/main" id="{339DDBDB-9DAA-1C71-1501-E257B106DA01}"/>
              </a:ext>
            </a:extLst>
          </p:cNvPr>
          <p:cNvSpPr/>
          <p:nvPr/>
        </p:nvSpPr>
        <p:spPr>
          <a:xfrm>
            <a:off x="190500" y="895339"/>
            <a:ext cx="381000" cy="381000"/>
          </a:xfrm>
          <a:prstGeom prst="roundRect">
            <a:avLst/>
          </a:prstGeom>
          <a:solidFill>
            <a:srgbClr val="FFB951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grpSp>
        <p:nvGrpSpPr>
          <p:cNvPr id="45" name="Группа 44">
            <a:extLst>
              <a:ext uri="{FF2B5EF4-FFF2-40B4-BE49-F238E27FC236}">
                <a16:creationId xmlns:a16="http://schemas.microsoft.com/office/drawing/2014/main" id="{A0F0F461-4790-994C-CFB7-045969A680E7}"/>
              </a:ext>
            </a:extLst>
          </p:cNvPr>
          <p:cNvGrpSpPr/>
          <p:nvPr/>
        </p:nvGrpSpPr>
        <p:grpSpPr>
          <a:xfrm>
            <a:off x="279395" y="984234"/>
            <a:ext cx="203210" cy="3966022"/>
            <a:chOff x="279395" y="984234"/>
            <a:chExt cx="203210" cy="3966022"/>
          </a:xfrm>
        </p:grpSpPr>
        <p:pic>
          <p:nvPicPr>
            <p:cNvPr id="25" name="Рисунок 24">
              <a:extLst>
                <a:ext uri="{FF2B5EF4-FFF2-40B4-BE49-F238E27FC236}">
                  <a16:creationId xmlns:a16="http://schemas.microsoft.com/office/drawing/2014/main" id="{2191808E-7114-7FC6-FC64-FDB1339E978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984234"/>
              <a:ext cx="203210" cy="203210"/>
            </a:xfrm>
            <a:prstGeom prst="rect">
              <a:avLst/>
            </a:prstGeom>
          </p:spPr>
        </p:pic>
        <p:pic>
          <p:nvPicPr>
            <p:cNvPr id="27" name="Рисунок 26">
              <a:extLst>
                <a:ext uri="{FF2B5EF4-FFF2-40B4-BE49-F238E27FC236}">
                  <a16:creationId xmlns:a16="http://schemas.microsoft.com/office/drawing/2014/main" id="{4AFB919E-3F47-24C5-52A1-C33E11F4EB9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1456731"/>
              <a:ext cx="203210" cy="203210"/>
            </a:xfrm>
            <a:prstGeom prst="rect">
              <a:avLst/>
            </a:prstGeom>
          </p:spPr>
        </p:pic>
        <p:pic>
          <p:nvPicPr>
            <p:cNvPr id="31" name="Рисунок 30">
              <a:extLst>
                <a:ext uri="{FF2B5EF4-FFF2-40B4-BE49-F238E27FC236}">
                  <a16:creationId xmlns:a16="http://schemas.microsoft.com/office/drawing/2014/main" id="{A62649BD-7DA2-8958-D27B-C37F56BC9CB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3802516"/>
              <a:ext cx="203210" cy="203210"/>
            </a:xfrm>
            <a:prstGeom prst="rect">
              <a:avLst/>
            </a:prstGeom>
          </p:spPr>
        </p:pic>
        <p:pic>
          <p:nvPicPr>
            <p:cNvPr id="33" name="Рисунок 32">
              <a:extLst>
                <a:ext uri="{FF2B5EF4-FFF2-40B4-BE49-F238E27FC236}">
                  <a16:creationId xmlns:a16="http://schemas.microsoft.com/office/drawing/2014/main" id="{D2FF60E4-78B0-C5EB-0FBE-194038A4424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2857986"/>
              <a:ext cx="203210" cy="203210"/>
            </a:xfrm>
            <a:prstGeom prst="rect">
              <a:avLst/>
            </a:prstGeom>
          </p:spPr>
        </p:pic>
        <p:pic>
          <p:nvPicPr>
            <p:cNvPr id="35" name="Рисунок 34">
              <a:extLst>
                <a:ext uri="{FF2B5EF4-FFF2-40B4-BE49-F238E27FC236}">
                  <a16:creationId xmlns:a16="http://schemas.microsoft.com/office/drawing/2014/main" id="{1EEAEB0B-2F49-2523-5CE9-92C59EC6A8E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2393491"/>
              <a:ext cx="203210" cy="203210"/>
            </a:xfrm>
            <a:prstGeom prst="rect">
              <a:avLst/>
            </a:prstGeom>
          </p:spPr>
        </p:pic>
        <p:pic>
          <p:nvPicPr>
            <p:cNvPr id="37" name="Рисунок 36">
              <a:extLst>
                <a:ext uri="{FF2B5EF4-FFF2-40B4-BE49-F238E27FC236}">
                  <a16:creationId xmlns:a16="http://schemas.microsoft.com/office/drawing/2014/main" id="{CE60D094-E255-D402-55C8-0412711C59D3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3330251"/>
              <a:ext cx="203210" cy="203210"/>
            </a:xfrm>
            <a:prstGeom prst="rect">
              <a:avLst/>
            </a:prstGeom>
          </p:spPr>
        </p:pic>
        <p:pic>
          <p:nvPicPr>
            <p:cNvPr id="39" name="Рисунок 38">
              <a:extLst>
                <a:ext uri="{FF2B5EF4-FFF2-40B4-BE49-F238E27FC236}">
                  <a16:creationId xmlns:a16="http://schemas.microsoft.com/office/drawing/2014/main" id="{DC2C6D25-0728-D27C-2998-8D3E6EE7A470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4274781"/>
              <a:ext cx="203210" cy="203210"/>
            </a:xfrm>
            <a:prstGeom prst="rect">
              <a:avLst/>
            </a:prstGeom>
          </p:spPr>
        </p:pic>
        <p:pic>
          <p:nvPicPr>
            <p:cNvPr id="41" name="Рисунок 40">
              <a:extLst>
                <a:ext uri="{FF2B5EF4-FFF2-40B4-BE49-F238E27FC236}">
                  <a16:creationId xmlns:a16="http://schemas.microsoft.com/office/drawing/2014/main" id="{3EC92D17-5466-BC08-7E59-BA8D63491175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1925227"/>
              <a:ext cx="203210" cy="203210"/>
            </a:xfrm>
            <a:prstGeom prst="rect">
              <a:avLst/>
            </a:prstGeom>
          </p:spPr>
        </p:pic>
        <p:pic>
          <p:nvPicPr>
            <p:cNvPr id="43" name="Рисунок 42">
              <a:extLst>
                <a:ext uri="{FF2B5EF4-FFF2-40B4-BE49-F238E27FC236}">
                  <a16:creationId xmlns:a16="http://schemas.microsoft.com/office/drawing/2014/main" id="{C788C27E-679F-DC50-A35D-306AF8F549DE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4747046"/>
              <a:ext cx="203210" cy="203210"/>
            </a:xfrm>
            <a:prstGeom prst="rect">
              <a:avLst/>
            </a:prstGeom>
          </p:spPr>
        </p:pic>
      </p:grpSp>
      <p:grpSp>
        <p:nvGrpSpPr>
          <p:cNvPr id="22" name="Группа 21">
            <a:extLst>
              <a:ext uri="{FF2B5EF4-FFF2-40B4-BE49-F238E27FC236}">
                <a16:creationId xmlns:a16="http://schemas.microsoft.com/office/drawing/2014/main" id="{45B83577-4423-EBDB-AEBA-E002CC48FAE2}"/>
              </a:ext>
            </a:extLst>
          </p:cNvPr>
          <p:cNvGrpSpPr/>
          <p:nvPr/>
        </p:nvGrpSpPr>
        <p:grpSpPr>
          <a:xfrm>
            <a:off x="1041393" y="3810289"/>
            <a:ext cx="10960105" cy="936757"/>
            <a:chOff x="1041393" y="3810289"/>
            <a:chExt cx="10960105" cy="936757"/>
          </a:xfrm>
        </p:grpSpPr>
        <p:sp>
          <p:nvSpPr>
            <p:cNvPr id="10" name="Прямоугольник: скругленные углы 9">
              <a:extLst>
                <a:ext uri="{FF2B5EF4-FFF2-40B4-BE49-F238E27FC236}">
                  <a16:creationId xmlns:a16="http://schemas.microsoft.com/office/drawing/2014/main" id="{692223D9-0EA9-7AB5-FBBE-94F3A097ACC0}"/>
                </a:ext>
              </a:extLst>
            </p:cNvPr>
            <p:cNvSpPr/>
            <p:nvPr/>
          </p:nvSpPr>
          <p:spPr>
            <a:xfrm>
              <a:off x="1041393" y="3810289"/>
              <a:ext cx="10960105" cy="936757"/>
            </a:xfrm>
            <a:prstGeom prst="roundRect">
              <a:avLst>
                <a:gd name="adj" fmla="val 4689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90D419E4-3024-2398-CA3A-64B33290224B}"/>
                </a:ext>
              </a:extLst>
            </p:cNvPr>
            <p:cNvSpPr txBox="1"/>
            <p:nvPr/>
          </p:nvSpPr>
          <p:spPr>
            <a:xfrm>
              <a:off x="1823834" y="3951615"/>
              <a:ext cx="4272166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ru-RU" dirty="0"/>
                <a:t>Екимов Вячеслав Андреевич</a:t>
              </a:r>
            </a:p>
            <a:p>
              <a:r>
                <a:rPr lang="ru-RU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Студент ИСПП-21</a:t>
              </a:r>
              <a:endParaRPr lang="en-US" dirty="0"/>
            </a:p>
          </p:txBody>
        </p:sp>
        <p:sp>
          <p:nvSpPr>
            <p:cNvPr id="14" name="Овал 13">
              <a:extLst>
                <a:ext uri="{FF2B5EF4-FFF2-40B4-BE49-F238E27FC236}">
                  <a16:creationId xmlns:a16="http://schemas.microsoft.com/office/drawing/2014/main" id="{AADD2C1E-19DB-BFB4-4872-5BEAF8853009}"/>
                </a:ext>
              </a:extLst>
            </p:cNvPr>
            <p:cNvSpPr/>
            <p:nvPr/>
          </p:nvSpPr>
          <p:spPr>
            <a:xfrm>
              <a:off x="1217220" y="3999274"/>
              <a:ext cx="558787" cy="558787"/>
            </a:xfrm>
            <a:prstGeom prst="ellipse">
              <a:avLst/>
            </a:prstGeom>
            <a:solidFill>
              <a:srgbClr val="FFA72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sz="1400" dirty="0">
                <a:latin typeface="Bahnschrift" panose="020B0502040204020203" pitchFamily="34" charset="0"/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4E4AC184-97A1-09BB-FA57-7DC4F6405745}"/>
                </a:ext>
              </a:extLst>
            </p:cNvPr>
            <p:cNvSpPr txBox="1"/>
            <p:nvPr/>
          </p:nvSpPr>
          <p:spPr>
            <a:xfrm>
              <a:off x="1169392" y="4047835"/>
              <a:ext cx="654442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ru-RU" sz="2400" dirty="0">
                  <a:solidFill>
                    <a:schemeClr val="bg1"/>
                  </a:solidFill>
                </a:rPr>
                <a:t>ЕВ</a:t>
              </a:r>
            </a:p>
          </p:txBody>
        </p:sp>
      </p:grpSp>
      <p:grpSp>
        <p:nvGrpSpPr>
          <p:cNvPr id="32" name="Группа 31">
            <a:extLst>
              <a:ext uri="{FF2B5EF4-FFF2-40B4-BE49-F238E27FC236}">
                <a16:creationId xmlns:a16="http://schemas.microsoft.com/office/drawing/2014/main" id="{7687226C-1213-A9AF-8E74-C06102A7EC7E}"/>
              </a:ext>
            </a:extLst>
          </p:cNvPr>
          <p:cNvGrpSpPr/>
          <p:nvPr/>
        </p:nvGrpSpPr>
        <p:grpSpPr>
          <a:xfrm>
            <a:off x="1041393" y="4984592"/>
            <a:ext cx="10960105" cy="936757"/>
            <a:chOff x="1041393" y="3810289"/>
            <a:chExt cx="10960105" cy="936757"/>
          </a:xfrm>
        </p:grpSpPr>
        <p:sp>
          <p:nvSpPr>
            <p:cNvPr id="34" name="Прямоугольник: скругленные углы 33">
              <a:extLst>
                <a:ext uri="{FF2B5EF4-FFF2-40B4-BE49-F238E27FC236}">
                  <a16:creationId xmlns:a16="http://schemas.microsoft.com/office/drawing/2014/main" id="{75955B45-9E31-2F2B-8C07-E124D54BF85E}"/>
                </a:ext>
              </a:extLst>
            </p:cNvPr>
            <p:cNvSpPr/>
            <p:nvPr/>
          </p:nvSpPr>
          <p:spPr>
            <a:xfrm>
              <a:off x="1041393" y="3810289"/>
              <a:ext cx="10960105" cy="936757"/>
            </a:xfrm>
            <a:prstGeom prst="roundRect">
              <a:avLst>
                <a:gd name="adj" fmla="val 4689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7E7E9074-430A-933C-5DAA-0AB35224E746}"/>
                </a:ext>
              </a:extLst>
            </p:cNvPr>
            <p:cNvSpPr txBox="1"/>
            <p:nvPr/>
          </p:nvSpPr>
          <p:spPr>
            <a:xfrm>
              <a:off x="1823834" y="3951615"/>
              <a:ext cx="4272166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ru-RU" dirty="0"/>
                <a:t>Маломан Юлия Сергеевна</a:t>
              </a:r>
            </a:p>
            <a:p>
              <a:r>
                <a:rPr lang="ru-RU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Руководитель</a:t>
              </a:r>
              <a:endParaRPr lang="en-US" dirty="0"/>
            </a:p>
          </p:txBody>
        </p:sp>
        <p:sp>
          <p:nvSpPr>
            <p:cNvPr id="38" name="Овал 37">
              <a:extLst>
                <a:ext uri="{FF2B5EF4-FFF2-40B4-BE49-F238E27FC236}">
                  <a16:creationId xmlns:a16="http://schemas.microsoft.com/office/drawing/2014/main" id="{653993F3-A0E7-E989-DEEF-9F3ADA682F50}"/>
                </a:ext>
              </a:extLst>
            </p:cNvPr>
            <p:cNvSpPr/>
            <p:nvPr/>
          </p:nvSpPr>
          <p:spPr>
            <a:xfrm>
              <a:off x="1217221" y="3987648"/>
              <a:ext cx="558787" cy="558787"/>
            </a:xfrm>
            <a:prstGeom prst="ellipse">
              <a:avLst/>
            </a:prstGeom>
            <a:solidFill>
              <a:srgbClr val="FFA72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sz="1400" dirty="0">
                <a:latin typeface="Bahnschrift" panose="020B0502040204020203" pitchFamily="34" charset="0"/>
              </a:endParaRP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34405FE6-40EA-AE98-8FC5-2C272C0505A8}"/>
                </a:ext>
              </a:extLst>
            </p:cNvPr>
            <p:cNvSpPr txBox="1"/>
            <p:nvPr/>
          </p:nvSpPr>
          <p:spPr>
            <a:xfrm>
              <a:off x="1169394" y="4066986"/>
              <a:ext cx="654440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ru-RU" sz="2000" dirty="0">
                  <a:solidFill>
                    <a:schemeClr val="bg1"/>
                  </a:solidFill>
                </a:rPr>
                <a:t>МЮ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37801408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2524</TotalTime>
  <Words>264</Words>
  <Application>Microsoft Office PowerPoint</Application>
  <PresentationFormat>Широкоэкранный</PresentationFormat>
  <Paragraphs>76</Paragraphs>
  <Slides>11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11</vt:i4>
      </vt:variant>
    </vt:vector>
  </HeadingPairs>
  <TitlesOfParts>
    <vt:vector size="19" baseType="lpstr">
      <vt:lpstr>Aptos</vt:lpstr>
      <vt:lpstr>Aptos Display</vt:lpstr>
      <vt:lpstr>Arial</vt:lpstr>
      <vt:lpstr>Bahnschrift</vt:lpstr>
      <vt:lpstr>Calibri</vt:lpstr>
      <vt:lpstr>Comfortaa Medium</vt:lpstr>
      <vt:lpstr>Comfortaa SemiBold</vt:lpstr>
      <vt:lpstr>Тема Office</vt:lpstr>
      <vt:lpstr>ФЕДЕРАЛЬНОЕ ГОСУДАРСТВЕННОЕ БЮДЖЕТНОЕ ОБРАЗОВАТЕЛЬНОЕ УЧРЕЖДЕНИЕ ВЫСШЕГО ОБРАЗОВАНИЯ «САНКТ-ПЕТЕРБУРГСКИЙ ГОСУДАРСТВЕННЫЙ УНИВЕРСИТЕТ ТЕЛЕКОММУНИКАЦИЙ ИМ. ПРОФ. М.А. БОНЧ-БРУЕВИЧА» (СПбГУТ) АРХАНГЕЛЬСКИЙ КОЛЛЕДЖ ТЕЛЕКОММУНИКАЦИЙ ИМ. Б.Л. РОЗИНГА (ФИЛИАЛ) СПбГУТ (АКТ (ф) СПбГУТ)</vt:lpstr>
      <vt:lpstr>Актуальность</vt:lpstr>
      <vt:lpstr>Целевая аудитория</vt:lpstr>
      <vt:lpstr>Цель</vt:lpstr>
      <vt:lpstr>Задачи</vt:lpstr>
      <vt:lpstr>Средства разработки</vt:lpstr>
      <vt:lpstr>Архитектура системы</vt:lpstr>
      <vt:lpstr>Демо</vt:lpstr>
      <vt:lpstr>Преимущества проекта</vt:lpstr>
      <vt:lpstr>Заключение</vt:lpstr>
      <vt:lpstr>ФЕДЕРАЛЬНОЕ ГОСУДАРСТВЕННОЕ БЮДЖЕТНОЕ ОБРАЗОВАТЕЛЬНОЕ УЧРЕЖДЕНИЕ ВЫСШЕГО ОБРАЗОВАНИЯ «САНКТ-ПЕТЕРБУРГСКИЙ ГОСУДАРСТВЕННЫЙ УНИВЕРСИТЕТ ТЕЛЕКОММУНИКАЦИЙ ИМ. ПРОФ. М.А. БОНЧ-БРУЕВИЧА» (СПбГУТ) АРХАНГЕЛЬСКИЙ КОЛЛЕДЖ ТЕЛЕКОММУНИКАЦИЙ ИМ. Б.Л. РОЗИНГА (ФИЛИАЛ) СПбГУТ (АКТ (ф) СПбГУТ)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Вячеслав Екимов</dc:creator>
  <cp:lastModifiedBy>Вячеслав Екимов</cp:lastModifiedBy>
  <cp:revision>91</cp:revision>
  <dcterms:created xsi:type="dcterms:W3CDTF">2025-11-25T06:59:53Z</dcterms:created>
  <dcterms:modified xsi:type="dcterms:W3CDTF">2025-12-04T22:13:47Z</dcterms:modified>
</cp:coreProperties>
</file>