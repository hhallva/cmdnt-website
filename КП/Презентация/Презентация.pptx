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B"/>
    <a:srgbClr val="FFA726"/>
    <a:srgbClr val="0A0A0A"/>
    <a:srgbClr val="FFB951"/>
    <a:srgbClr val="CAC8CE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33" autoAdjust="0"/>
  </p:normalViewPr>
  <p:slideViewPr>
    <p:cSldViewPr snapToGrid="0">
      <p:cViewPr varScale="1">
        <p:scale>
          <a:sx n="103" d="100"/>
          <a:sy n="103" d="100"/>
        </p:scale>
        <p:origin x="1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B8380A-9423-2FA2-D5B0-1884D26FF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58BE93-EAB7-280F-4E4E-47DC5C93A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8EDCCC-CB26-05BD-EB00-4A466F7C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E28CEF-2613-447E-A53E-0B077C5C5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12D2E5-4245-A3E0-986A-AA845A3C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184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EB4F7E-8AAC-86DB-EDDB-BBAD2925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EF1258-D76E-86DB-DD8D-A3EA43D73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9CB4EF-8C33-79E9-2955-949B5E16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E019E2-97A8-9962-D7CB-1E0B42D67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13C3A7-7402-86CA-A688-BD198E0A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637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227D42-223C-CEA8-E53A-C05B9564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93D0B1-E7FF-6E4D-A4D0-D1A01EAAA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4DBE74-4D71-17C6-CA0A-72CABFCA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30C87C-5C6A-D94A-7794-EAE815FC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402E7E-6609-FBF0-514C-F9BAC793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208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7E511-99A9-4B55-82A6-A73F8C5C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D85C66-692E-F451-2184-8A0EAA3BC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A45D7-ADC5-59A5-F117-9B68A7901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BD10DE-9FA8-E6D5-9D1C-10966A0AA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DCCAC7-E2EB-8727-A432-A2946AEAC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32C931-7E70-59B8-BD06-2629946A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871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552F1-CBC9-5DD3-C255-9B8AB5FAE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4D7C40-B426-B4B7-8713-0D00C0A52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57E514-E9A5-85BF-66C3-A810B7FED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FE8D6B-466B-AAFA-2F41-20F8C6E20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473CE1-EFC0-3E97-5C64-25215F619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B3B9AD8-2963-5D05-DA6F-26449F08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90D777-8084-B2C3-6FD5-B72C4932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A383464-126A-CCC4-6D07-1CCDE521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294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672D1-435A-6695-AAE9-5F924AF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82470A-E085-C7C9-6BDF-0D6F06DC5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6C6E97-CB7E-95D0-F6CE-46AA7187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D1E3BC-9138-F0BD-25C1-B1EE7796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996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519456-965A-DA34-8428-C1A7DC1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D729651-A699-8B52-EDA2-21A03763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D4FA4E-6223-F4EC-24AB-17720F0F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24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66867-88EA-2FF0-B4B2-69DCC629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775021-FCD5-A2D0-5683-05376AAA9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F8C158-A641-C1F7-E093-9E373DCE5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02E973-2D7A-19F2-C6AC-E3FD35DDF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6C5D14-CE5D-82CC-9EDA-6426A88FF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B67F6E-1729-AEA0-F202-9939B031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379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36381-11AA-8B03-FFF1-465632E98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80EA58-73A3-3B60-EB50-ACD1FFC2E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987F52-A28E-FC4D-6B40-609EB4C86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D6CA6-DFEF-8458-D736-A7F6BD954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E3E6FF-10EC-DE97-017C-F7C03CD27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975476-3897-E9A6-7E95-677BD246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46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C38F8-4770-2885-AF17-C5F3FFFF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C00799-4BDE-F0FC-444C-060817221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53DAC9-7E3F-D195-057D-0C32D49DC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118733-EC5E-1FF3-7182-EC9B7D2B3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FB00AB-1CF5-B41F-84F4-FE741EC69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272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9709855-26B2-5DD6-3BDB-9D07932BD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0A37B5-0ACC-8920-70B8-CDC7DAA89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3CC0B8-57C2-B1C8-69B2-D838D6D8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FEFB77-1A27-A578-FF6F-A8585369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81010E-3908-1AE9-BAD4-9150E5C2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075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5618BC-B3D9-6BE4-E43A-C9540C19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92D365-AB0A-5BBF-6B17-F8C8678F5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69308B-300F-DF38-C580-C50C822D7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3FD95-13B8-4D9F-981D-7E2051AFE206}" type="datetimeFigureOut">
              <a:rPr lang="ru-RU" smtClean="0"/>
              <a:t>03.12.2025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6BDA14-0170-9FF8-D6E9-60BB2D572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789941-67FE-9B0F-DDCA-026D8FEB3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CAA902-6E3C-42E3-813A-F7B0A3E98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2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microsoft.com/office/2007/relationships/hdphoto" Target="../media/hdphoto2.wdp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svg"/><Relationship Id="rId18" Type="http://schemas.openxmlformats.org/officeDocument/2006/relationships/image" Target="../media/image19.png"/><Relationship Id="rId26" Type="http://schemas.openxmlformats.org/officeDocument/2006/relationships/image" Target="../media/image26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17" Type="http://schemas.openxmlformats.org/officeDocument/2006/relationships/image" Target="../media/image18.png"/><Relationship Id="rId25" Type="http://schemas.openxmlformats.org/officeDocument/2006/relationships/image" Target="../media/image25.png"/><Relationship Id="rId2" Type="http://schemas.openxmlformats.org/officeDocument/2006/relationships/image" Target="../media/image1.png"/><Relationship Id="rId16" Type="http://schemas.microsoft.com/office/2007/relationships/hdphoto" Target="../media/hdphoto3.wdp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4.png"/><Relationship Id="rId15" Type="http://schemas.openxmlformats.org/officeDocument/2006/relationships/image" Target="../media/image17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9.png"/><Relationship Id="rId19" Type="http://schemas.microsoft.com/office/2007/relationships/hdphoto" Target="../media/hdphoto4.wdp"/><Relationship Id="rId31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6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37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86810730-EE25-C82A-F25F-69F64D056E84}"/>
              </a:ext>
            </a:extLst>
          </p:cNvPr>
          <p:cNvSpPr/>
          <p:nvPr/>
        </p:nvSpPr>
        <p:spPr>
          <a:xfrm>
            <a:off x="-1" y="-4281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1B28579-0E83-DC4D-20CD-2F2689BCC7D2}"/>
              </a:ext>
            </a:extLst>
          </p:cNvPr>
          <p:cNvSpPr/>
          <p:nvPr/>
        </p:nvSpPr>
        <p:spPr>
          <a:xfrm>
            <a:off x="1041394" y="6188619"/>
            <a:ext cx="10960105" cy="560572"/>
          </a:xfrm>
          <a:prstGeom prst="roundRect">
            <a:avLst>
              <a:gd name="adj" fmla="val 468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B01AE6A-EB93-06DA-C4AA-74A5829AEFAB}"/>
              </a:ext>
            </a:extLst>
          </p:cNvPr>
          <p:cNvSpPr/>
          <p:nvPr/>
        </p:nvSpPr>
        <p:spPr>
          <a:xfrm>
            <a:off x="1041394" y="2425796"/>
            <a:ext cx="10960105" cy="1107666"/>
          </a:xfrm>
          <a:prstGeom prst="roundRect">
            <a:avLst>
              <a:gd name="adj" fmla="val 468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9863163-E171-A978-8A22-465A8E7589A2}"/>
              </a:ext>
            </a:extLst>
          </p:cNvPr>
          <p:cNvSpPr/>
          <p:nvPr/>
        </p:nvSpPr>
        <p:spPr>
          <a:xfrm>
            <a:off x="1041394" y="13983"/>
            <a:ext cx="10960105" cy="2202153"/>
          </a:xfrm>
          <a:prstGeom prst="roundRect">
            <a:avLst>
              <a:gd name="adj" fmla="val 468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18954-7DD0-52DE-0C60-B75A128D2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9446" y="168909"/>
            <a:ext cx="9144000" cy="189230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Comfortaa Medium" pitchFamily="2" charset="0"/>
              </a:rPr>
              <a:t>ФЕДЕРАЛЬНОЕ ГОСУДАРСТВЕННОЕ БЮДЖЕТНОЕ ОБРАЗОВАТЕЛЬНОЕ</a:t>
            </a:r>
            <a:br>
              <a:rPr lang="ru-RU" sz="1800" dirty="0">
                <a:latin typeface="Comfortaa Medium" pitchFamily="2" charset="0"/>
              </a:rPr>
            </a:br>
            <a:r>
              <a:rPr lang="ru-RU" sz="1800" dirty="0">
                <a:latin typeface="Comfortaa Medium" pitchFamily="2" charset="0"/>
              </a:rPr>
              <a:t>УЧРЕЖДЕНИЕ ВЫСШЕГО ОБРАЗОВАНИЯ</a:t>
            </a:r>
            <a:br>
              <a:rPr lang="ru-RU" sz="1800" dirty="0">
                <a:latin typeface="Comfortaa Medium" pitchFamily="2" charset="0"/>
              </a:rPr>
            </a:br>
            <a:r>
              <a:rPr lang="ru-RU" sz="1800" dirty="0">
                <a:latin typeface="Comfortaa Medium" pitchFamily="2" charset="0"/>
              </a:rPr>
              <a:t>«САНКТ-ПЕТЕРБУРГСКИЙ ГОСУДАРСТВЕННЫЙ УНИВЕРСИТЕТ</a:t>
            </a:r>
            <a:br>
              <a:rPr lang="ru-RU" sz="1800" dirty="0">
                <a:latin typeface="Comfortaa Medium" pitchFamily="2" charset="0"/>
              </a:rPr>
            </a:br>
            <a:r>
              <a:rPr lang="ru-RU" sz="1800" dirty="0">
                <a:latin typeface="Comfortaa Medium" pitchFamily="2" charset="0"/>
              </a:rPr>
              <a:t>ТЕЛЕКОММУНИКАЦИЙ ИМ. ПРОФ. М.А. БОНЧ-БРУЕВИЧА»</a:t>
            </a:r>
            <a:br>
              <a:rPr lang="ru-RU" sz="1800" dirty="0">
                <a:latin typeface="Comfortaa Medium" pitchFamily="2" charset="0"/>
              </a:rPr>
            </a:br>
            <a:r>
              <a:rPr lang="ru-RU" sz="1800" dirty="0">
                <a:latin typeface="Comfortaa Medium" pitchFamily="2" charset="0"/>
              </a:rPr>
              <a:t>(СПбГУТ)</a:t>
            </a:r>
            <a:br>
              <a:rPr lang="ru-RU" sz="1800" dirty="0">
                <a:latin typeface="Comfortaa Medium" pitchFamily="2" charset="0"/>
              </a:rPr>
            </a:br>
            <a:r>
              <a:rPr lang="ru-RU" sz="1800" dirty="0">
                <a:latin typeface="Comfortaa Medium" pitchFamily="2" charset="0"/>
              </a:rPr>
              <a:t>АРХАНГЕЛЬСКИЙ КОЛЛЕДЖ ТЕЛЕКОММУНИКАЦИЙ</a:t>
            </a:r>
            <a:br>
              <a:rPr lang="ru-RU" sz="1800" dirty="0">
                <a:latin typeface="Comfortaa Medium" pitchFamily="2" charset="0"/>
              </a:rPr>
            </a:br>
            <a:r>
              <a:rPr lang="ru-RU" sz="1800" dirty="0">
                <a:latin typeface="Comfortaa Medium" pitchFamily="2" charset="0"/>
              </a:rPr>
              <a:t>ИМ. Б.Л. РОЗИНГА (ФИЛИАЛ) СПбГУТ</a:t>
            </a:r>
            <a:br>
              <a:rPr lang="ru-RU" sz="1800" dirty="0">
                <a:latin typeface="Comfortaa Medium" pitchFamily="2" charset="0"/>
              </a:rPr>
            </a:br>
            <a:r>
              <a:rPr lang="ru-RU" sz="1800" dirty="0">
                <a:latin typeface="Comfortaa Medium" pitchFamily="2" charset="0"/>
              </a:rPr>
              <a:t>(АКТ (ф) СПбГУТ)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299979F-6AA7-C464-4AF4-8E89AFD4A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9445" y="2534539"/>
            <a:ext cx="9144000" cy="890180"/>
          </a:xfrm>
        </p:spPr>
        <p:txBody>
          <a:bodyPr>
            <a:normAutofit fontScale="85000" lnSpcReduction="10000"/>
          </a:bodyPr>
          <a:lstStyle/>
          <a:p>
            <a:r>
              <a:rPr lang="ru-RU" sz="3200" dirty="0">
                <a:latin typeface="Comfortaa Medium" pitchFamily="2" charset="0"/>
              </a:rPr>
              <a:t>КУРСОВОЙ ПРОЕКТ</a:t>
            </a:r>
          </a:p>
          <a:p>
            <a:r>
              <a:rPr lang="ru-RU" dirty="0">
                <a:latin typeface="Comfortaa Medium" pitchFamily="2" charset="0"/>
              </a:rPr>
              <a:t>УЧЕТ НОМЕРНОГО ФОНДА СТУДЕНЧЕСКОГО ОБЩЕЖИТИЯ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309C8-674B-A8BA-0E7B-5BBFD76179BB}"/>
              </a:ext>
            </a:extLst>
          </p:cNvPr>
          <p:cNvSpPr txBox="1"/>
          <p:nvPr/>
        </p:nvSpPr>
        <p:spPr>
          <a:xfrm>
            <a:off x="3473446" y="62842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Comfortaa Medium" pitchFamily="2" charset="0"/>
              </a:rPr>
              <a:t>Архангельск, 2025</a:t>
            </a: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2030482A-ED9D-2732-6187-91B3D876D2C6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46" name="Группа 45">
              <a:extLst>
                <a:ext uri="{FF2B5EF4-FFF2-40B4-BE49-F238E27FC236}">
                  <a16:creationId xmlns:a16="http://schemas.microsoft.com/office/drawing/2014/main" id="{9D193D8E-8B6E-8F72-D500-08487A8017F6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21" name="Прямоугольник: скругленные углы 20">
                <a:extLst>
                  <a:ext uri="{FF2B5EF4-FFF2-40B4-BE49-F238E27FC236}">
                    <a16:creationId xmlns:a16="http://schemas.microsoft.com/office/drawing/2014/main" id="{C67D749B-8BEE-A41A-A47F-B80A65260237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20" name="Рисунок 19">
                <a:extLst>
                  <a:ext uri="{FF2B5EF4-FFF2-40B4-BE49-F238E27FC236}">
                    <a16:creationId xmlns:a16="http://schemas.microsoft.com/office/drawing/2014/main" id="{AF3CD27A-8814-863C-0D22-3D67259D1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5BBE3122-70FB-89E5-C133-8F47470FBE6D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94F209DE-1927-E037-436C-A191A4E3CF6F}"/>
              </a:ext>
            </a:extLst>
          </p:cNvPr>
          <p:cNvSpPr/>
          <p:nvPr/>
        </p:nvSpPr>
        <p:spPr>
          <a:xfrm>
            <a:off x="190500" y="895339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DF7C7A75-DDE4-F5A7-191F-D42DCA02E942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2A81F6BC-2422-1A7B-DA41-E55C793B1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B2097122-26AF-B42A-FD45-3CEC2C151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B17C1148-D05F-5E9C-7519-109F9C42D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BB1B6B88-A801-B50F-0103-A9A083F26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6BF0F0C0-9222-1DC4-8252-58804C3DB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C21D3E17-9E2E-0FAB-BD8C-434AE2D5F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1BEB941C-F0CF-5AE5-5C27-00459306D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651A6AC7-5C05-867F-1D9D-7B2165C46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43" name="Рисунок 42">
              <a:extLst>
                <a:ext uri="{FF2B5EF4-FFF2-40B4-BE49-F238E27FC236}">
                  <a16:creationId xmlns:a16="http://schemas.microsoft.com/office/drawing/2014/main" id="{3279CD5F-AA49-7330-C6CB-6A514A67B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65C55BAC-EF9E-6CCB-E314-96A72DFB5AE9}"/>
              </a:ext>
            </a:extLst>
          </p:cNvPr>
          <p:cNvGrpSpPr/>
          <p:nvPr/>
        </p:nvGrpSpPr>
        <p:grpSpPr>
          <a:xfrm>
            <a:off x="1041393" y="3810289"/>
            <a:ext cx="10960105" cy="936757"/>
            <a:chOff x="1041393" y="3810289"/>
            <a:chExt cx="10960105" cy="936757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EB65875A-32E1-2EC0-91AD-3DB6CB8EA56C}"/>
                </a:ext>
              </a:extLst>
            </p:cNvPr>
            <p:cNvSpPr/>
            <p:nvPr/>
          </p:nvSpPr>
          <p:spPr>
            <a:xfrm>
              <a:off x="1041393" y="3810289"/>
              <a:ext cx="10960105" cy="936757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2E0749F-66FE-7897-C6CA-9AE81CDECED1}"/>
                </a:ext>
              </a:extLst>
            </p:cNvPr>
            <p:cNvSpPr txBox="1"/>
            <p:nvPr/>
          </p:nvSpPr>
          <p:spPr>
            <a:xfrm>
              <a:off x="1823834" y="3951615"/>
              <a:ext cx="42721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latin typeface="Comfortaa Medium" pitchFamily="2" charset="0"/>
                </a:rPr>
                <a:t>Екимов Вячеслав Андреевич</a:t>
              </a:r>
            </a:p>
            <a:p>
              <a:r>
                <a: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mfortaa Medium" pitchFamily="2" charset="0"/>
                </a:rPr>
                <a:t>Студент ИСПП-21</a:t>
              </a:r>
              <a:endParaRPr lang="en-US" dirty="0">
                <a:latin typeface="Comfortaa Medium" pitchFamily="2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B6EB8749-655F-4E01-175E-8413EA8D8460}"/>
                </a:ext>
              </a:extLst>
            </p:cNvPr>
            <p:cNvSpPr/>
            <p:nvPr/>
          </p:nvSpPr>
          <p:spPr>
            <a:xfrm>
              <a:off x="1217220" y="3999274"/>
              <a:ext cx="558787" cy="558787"/>
            </a:xfrm>
            <a:prstGeom prst="ellipse">
              <a:avLst/>
            </a:prstGeom>
            <a:solidFill>
              <a:srgbClr val="FFA7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8FB1EF-8C8F-AE92-D962-B4449F936EBE}"/>
                </a:ext>
              </a:extLst>
            </p:cNvPr>
            <p:cNvSpPr txBox="1"/>
            <p:nvPr/>
          </p:nvSpPr>
          <p:spPr>
            <a:xfrm>
              <a:off x="1169392" y="4109390"/>
              <a:ext cx="654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ЕВ</a:t>
              </a:r>
              <a:endParaRPr lang="ru-RU" dirty="0">
                <a:solidFill>
                  <a:schemeClr val="bg1"/>
                </a:solidFill>
                <a:latin typeface="Comfortaa Medium" pitchFamily="2" charset="0"/>
              </a:endParaRP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EE986487-9429-C499-8724-017514621CCF}"/>
              </a:ext>
            </a:extLst>
          </p:cNvPr>
          <p:cNvGrpSpPr/>
          <p:nvPr/>
        </p:nvGrpSpPr>
        <p:grpSpPr>
          <a:xfrm>
            <a:off x="1041393" y="4984592"/>
            <a:ext cx="10960105" cy="936757"/>
            <a:chOff x="1041393" y="3810289"/>
            <a:chExt cx="10960105" cy="936757"/>
          </a:xfrm>
        </p:grpSpPr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796D25D8-227A-A5E4-C77E-300DB3445612}"/>
                </a:ext>
              </a:extLst>
            </p:cNvPr>
            <p:cNvSpPr/>
            <p:nvPr/>
          </p:nvSpPr>
          <p:spPr>
            <a:xfrm>
              <a:off x="1041393" y="3810289"/>
              <a:ext cx="10960105" cy="936757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8235508-5A28-DD3A-F598-1FBD1167AFEB}"/>
                </a:ext>
              </a:extLst>
            </p:cNvPr>
            <p:cNvSpPr txBox="1"/>
            <p:nvPr/>
          </p:nvSpPr>
          <p:spPr>
            <a:xfrm>
              <a:off x="1823834" y="3951615"/>
              <a:ext cx="42721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latin typeface="Comfortaa Medium" pitchFamily="2" charset="0"/>
                </a:rPr>
                <a:t>Маломан Юлия Сергеевна</a:t>
              </a:r>
            </a:p>
            <a:p>
              <a:r>
                <a: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mfortaa Medium" pitchFamily="2" charset="0"/>
                </a:rPr>
                <a:t>Руководитель</a:t>
              </a:r>
              <a:endParaRPr lang="en-US" dirty="0">
                <a:latin typeface="Comfortaa Medium" pitchFamily="2" charset="0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4BC0F6A8-8849-BF83-8D56-BE8A4B580853}"/>
                </a:ext>
              </a:extLst>
            </p:cNvPr>
            <p:cNvSpPr/>
            <p:nvPr/>
          </p:nvSpPr>
          <p:spPr>
            <a:xfrm>
              <a:off x="1217221" y="3987648"/>
              <a:ext cx="558787" cy="558787"/>
            </a:xfrm>
            <a:prstGeom prst="ellipse">
              <a:avLst/>
            </a:prstGeom>
            <a:solidFill>
              <a:srgbClr val="FFA7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8788DA6-AA4F-1B3F-A4DA-8D765873D255}"/>
                </a:ext>
              </a:extLst>
            </p:cNvPr>
            <p:cNvSpPr txBox="1"/>
            <p:nvPr/>
          </p:nvSpPr>
          <p:spPr>
            <a:xfrm>
              <a:off x="1115613" y="4097764"/>
              <a:ext cx="762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bg1"/>
                  </a:solidFill>
                  <a:latin typeface="Comfortaa Medium" pitchFamily="2" charset="0"/>
                </a:rPr>
                <a:t>МЮ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3317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47E1BC8-BF02-BF52-FE7B-B315998BA977}"/>
              </a:ext>
            </a:extLst>
          </p:cNvPr>
          <p:cNvGrpSpPr/>
          <p:nvPr/>
        </p:nvGrpSpPr>
        <p:grpSpPr>
          <a:xfrm>
            <a:off x="883444" y="90039"/>
            <a:ext cx="11206162" cy="786262"/>
            <a:chOff x="883444" y="90039"/>
            <a:chExt cx="11206162" cy="786262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98A26E4-6008-04F1-A835-622B51F65FCB}"/>
                </a:ext>
              </a:extLst>
            </p:cNvPr>
            <p:cNvSpPr/>
            <p:nvPr/>
          </p:nvSpPr>
          <p:spPr>
            <a:xfrm>
              <a:off x="883444" y="90039"/>
              <a:ext cx="11206162" cy="786262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2CB1CD-718C-169B-8CC7-B29262F1C4B5}"/>
                </a:ext>
              </a:extLst>
            </p:cNvPr>
            <p:cNvSpPr txBox="1"/>
            <p:nvPr/>
          </p:nvSpPr>
          <p:spPr>
            <a:xfrm>
              <a:off x="11143122" y="221560"/>
              <a:ext cx="8583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2/11</a:t>
              </a: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45FB0-A546-4878-5B8B-7AEECEA5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4" y="228389"/>
            <a:ext cx="10066797" cy="50956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 Medium" pitchFamily="2" charset="0"/>
              </a:rPr>
              <a:t>Актуальность</a:t>
            </a:r>
          </a:p>
        </p:txBody>
      </p:sp>
      <p:sp>
        <p:nvSpPr>
          <p:cNvPr id="8" name="AutoShape 2" descr="Placeholder Image | Elementor Developers">
            <a:extLst>
              <a:ext uri="{FF2B5EF4-FFF2-40B4-BE49-F238E27FC236}">
                <a16:creationId xmlns:a16="http://schemas.microsoft.com/office/drawing/2014/main" id="{EA6FE66B-DDCE-6E03-91C5-2B86AA0BE7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E2651D8-82F1-DAC5-2FA4-9D5E80476B9C}"/>
              </a:ext>
            </a:extLst>
          </p:cNvPr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23CD4FC-B923-9AFC-D01D-84A9227D264D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992D9EF8-DA57-A9BD-1209-1ABCD0412526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31" name="Прямоугольник: скругленные углы 30">
                <a:extLst>
                  <a:ext uri="{FF2B5EF4-FFF2-40B4-BE49-F238E27FC236}">
                    <a16:creationId xmlns:a16="http://schemas.microsoft.com/office/drawing/2014/main" id="{47D322F2-A15E-35D7-A752-E385229E9FFB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32" name="Рисунок 31">
                <a:extLst>
                  <a:ext uri="{FF2B5EF4-FFF2-40B4-BE49-F238E27FC236}">
                    <a16:creationId xmlns:a16="http://schemas.microsoft.com/office/drawing/2014/main" id="{A38F5EC5-EA18-3E5B-56F6-682F425A7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1DA1D387-42D7-B864-220D-CF3CD949D534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93EB1A61-9C63-85DE-171B-EE2ECA154707}"/>
              </a:ext>
            </a:extLst>
          </p:cNvPr>
          <p:cNvSpPr/>
          <p:nvPr/>
        </p:nvSpPr>
        <p:spPr>
          <a:xfrm>
            <a:off x="190500" y="1367704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3A2EB460-BC54-D5BD-A31E-BC7EC3526A02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16CF3E67-2041-06DA-F8F4-67A43F955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FA6513C9-2DBA-4B9F-89C9-134854CD6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F0B88CA1-C46F-B57B-6CAF-EF9C50C3D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0213EE7C-3DD4-3F75-D715-66101F109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19660E01-6407-7F7C-AE9B-859C2D386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392889DC-FA5B-16B9-918E-DCFA83823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C58B2031-DD72-22A7-8547-28A8EDD04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42" name="Рисунок 41">
              <a:extLst>
                <a:ext uri="{FF2B5EF4-FFF2-40B4-BE49-F238E27FC236}">
                  <a16:creationId xmlns:a16="http://schemas.microsoft.com/office/drawing/2014/main" id="{A8995074-5103-776F-D9A5-90CDAD830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43" name="Рисунок 42">
              <a:extLst>
                <a:ext uri="{FF2B5EF4-FFF2-40B4-BE49-F238E27FC236}">
                  <a16:creationId xmlns:a16="http://schemas.microsoft.com/office/drawing/2014/main" id="{D9681AA2-8BE0-44FC-ED4A-7A6CF9D3E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7273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3AAA3-8104-0526-3C91-2ED810D9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A4AC019-3873-3FE6-444D-719BDFAA569D}"/>
              </a:ext>
            </a:extLst>
          </p:cNvPr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74E61190-ED89-3F56-031B-825A04CEF35C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21BBA0C-5609-5E3E-9742-999E7BF8B8EF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4A625D29-C1E3-7CE4-FC89-453B6E8B2EDC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15" name="Рисунок 14">
                <a:extLst>
                  <a:ext uri="{FF2B5EF4-FFF2-40B4-BE49-F238E27FC236}">
                    <a16:creationId xmlns:a16="http://schemas.microsoft.com/office/drawing/2014/main" id="{1DC6C288-CA15-D473-2D25-97F2F7DC9A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07002B63-8B5E-EDF0-9331-A8A6FE3F0F8C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AEF75079-39BB-1C33-7D54-E4BBBA722F1D}"/>
              </a:ext>
            </a:extLst>
          </p:cNvPr>
          <p:cNvSpPr/>
          <p:nvPr/>
        </p:nvSpPr>
        <p:spPr>
          <a:xfrm>
            <a:off x="190500" y="1836332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069B1252-000B-F919-E404-D714F5563032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CC460DF9-6F87-DA35-A66B-A37CC0EE4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A7A3B448-EA3B-1051-4341-5A60C894B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6A852336-7FD5-6D97-3C99-796C173D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DFE7CE0-9E0C-5064-061C-38CC9E047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438CC4BA-F593-736D-C03E-B037662E1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52B03CEF-65F2-B703-5498-0AD2F8C61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D7FFEF75-64A8-EA02-43B2-D0E8A840D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52D797BE-E722-C769-E3A3-9E1633858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5BCAEE7A-76C0-FFC1-7DBA-4F71C5D21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41044F8D-5DED-F1F0-E042-CD8C8593EF9E}"/>
              </a:ext>
            </a:extLst>
          </p:cNvPr>
          <p:cNvGrpSpPr/>
          <p:nvPr/>
        </p:nvGrpSpPr>
        <p:grpSpPr>
          <a:xfrm>
            <a:off x="861468" y="106931"/>
            <a:ext cx="11206162" cy="786262"/>
            <a:chOff x="883444" y="90039"/>
            <a:chExt cx="11206162" cy="786262"/>
          </a:xfrm>
        </p:grpSpPr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31D8165E-9242-187B-039C-FE75B8C2A95C}"/>
                </a:ext>
              </a:extLst>
            </p:cNvPr>
            <p:cNvSpPr/>
            <p:nvPr/>
          </p:nvSpPr>
          <p:spPr>
            <a:xfrm>
              <a:off x="883444" y="90039"/>
              <a:ext cx="11206162" cy="786262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513342F-A85F-9C71-7D97-EFFF75972748}"/>
                </a:ext>
              </a:extLst>
            </p:cNvPr>
            <p:cNvSpPr txBox="1"/>
            <p:nvPr/>
          </p:nvSpPr>
          <p:spPr>
            <a:xfrm>
              <a:off x="11143122" y="221560"/>
              <a:ext cx="8583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3/11</a:t>
              </a:r>
            </a:p>
          </p:txBody>
        </p:sp>
      </p:grpSp>
      <p:sp>
        <p:nvSpPr>
          <p:cNvPr id="37" name="Заголовок 1">
            <a:extLst>
              <a:ext uri="{FF2B5EF4-FFF2-40B4-BE49-F238E27FC236}">
                <a16:creationId xmlns:a16="http://schemas.microsoft.com/office/drawing/2014/main" id="{DF48DF52-9C21-33D7-D65C-48BF5161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4" y="228389"/>
            <a:ext cx="10066797" cy="50956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 Medium" pitchFamily="2" charset="0"/>
              </a:rPr>
              <a:t>Целевая аудитория</a:t>
            </a:r>
          </a:p>
        </p:txBody>
      </p: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B668F218-94DA-241A-1D25-F78CB22DA5A5}"/>
              </a:ext>
            </a:extLst>
          </p:cNvPr>
          <p:cNvGrpSpPr/>
          <p:nvPr/>
        </p:nvGrpSpPr>
        <p:grpSpPr>
          <a:xfrm>
            <a:off x="1277367" y="1667282"/>
            <a:ext cx="3156980" cy="3732357"/>
            <a:chOff x="1041394" y="1667282"/>
            <a:chExt cx="3156980" cy="3732357"/>
          </a:xfrm>
        </p:grpSpPr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672A310A-91B1-96D1-7256-D923F900F72E}"/>
                </a:ext>
              </a:extLst>
            </p:cNvPr>
            <p:cNvSpPr/>
            <p:nvPr/>
          </p:nvSpPr>
          <p:spPr>
            <a:xfrm>
              <a:off x="1041394" y="1667282"/>
              <a:ext cx="3156980" cy="3732357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074" name="Picture 2" descr="Более 70 работ на тему «колледж парк иллюстрации»: стоковые фото, картинки  и изображения royalty-free - iStock">
              <a:extLst>
                <a:ext uri="{FF2B5EF4-FFF2-40B4-BE49-F238E27FC236}">
                  <a16:creationId xmlns:a16="http://schemas.microsoft.com/office/drawing/2014/main" id="{B27A964A-CB08-4BCA-764A-2AD159EAD6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24673" b="75817" l="24510" r="74510">
                          <a14:foregroundMark x1="30229" y1="41993" x2="29902" y2="41993"/>
                          <a14:foregroundMark x1="27778" y1="54085" x2="27778" y2="54085"/>
                          <a14:foregroundMark x1="50163" y1="50163" x2="50163" y2="50163"/>
                          <a14:foregroundMark x1="72712" y1="53105" x2="72712" y2="53105"/>
                          <a14:foregroundMark x1="74510" y1="46242" x2="74510" y2="46242"/>
                          <a14:foregroundMark x1="64216" y1="73366" x2="64216" y2="73366"/>
                          <a14:foregroundMark x1="50490" y1="74183" x2="50490" y2="74183"/>
                          <a14:foregroundMark x1="47876" y1="74346" x2="47876" y2="74346"/>
                          <a14:foregroundMark x1="24673" y1="74183" x2="24673" y2="74183"/>
                          <a14:foregroundMark x1="27288" y1="75817" x2="27288" y2="75817"/>
                          <a14:foregroundMark x1="55229" y1="27124" x2="55229" y2="27124"/>
                          <a14:foregroundMark x1="49673" y1="24673" x2="49673" y2="2467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26" t="22494" r="22676" b="22296"/>
            <a:stretch>
              <a:fillRect/>
            </a:stretch>
          </p:blipFill>
          <p:spPr bwMode="auto">
            <a:xfrm>
              <a:off x="1561772" y="2135385"/>
              <a:ext cx="2116224" cy="2086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ABC9447-49B4-8D28-5198-E2812D3E99EE}"/>
                </a:ext>
              </a:extLst>
            </p:cNvPr>
            <p:cNvSpPr txBox="1"/>
            <p:nvPr/>
          </p:nvSpPr>
          <p:spPr>
            <a:xfrm>
              <a:off x="1041394" y="4544874"/>
              <a:ext cx="31569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ru-RU" dirty="0">
                  <a:latin typeface="Comfortaa Medium" pitchFamily="2" charset="0"/>
                </a:rPr>
                <a:t>Сотрудники колледжа </a:t>
              </a:r>
            </a:p>
          </p:txBody>
        </p:sp>
      </p:grp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69C73553-D1F0-BC41-C3CF-0E6A4AA3A655}"/>
              </a:ext>
            </a:extLst>
          </p:cNvPr>
          <p:cNvGrpSpPr/>
          <p:nvPr/>
        </p:nvGrpSpPr>
        <p:grpSpPr>
          <a:xfrm>
            <a:off x="4932510" y="1703727"/>
            <a:ext cx="3156980" cy="3732357"/>
            <a:chOff x="4932510" y="1703727"/>
            <a:chExt cx="3156980" cy="3732357"/>
          </a:xfrm>
        </p:grpSpPr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1CA3B8BC-5630-AB17-C767-29D1F630DE41}"/>
                </a:ext>
              </a:extLst>
            </p:cNvPr>
            <p:cNvGrpSpPr/>
            <p:nvPr/>
          </p:nvGrpSpPr>
          <p:grpSpPr>
            <a:xfrm>
              <a:off x="4932510" y="1703727"/>
              <a:ext cx="3156980" cy="3732357"/>
              <a:chOff x="4836648" y="1703727"/>
              <a:chExt cx="3156980" cy="3732357"/>
            </a:xfrm>
          </p:grpSpPr>
          <p:sp>
            <p:nvSpPr>
              <p:cNvPr id="47" name="Прямоугольник: скругленные углы 46">
                <a:extLst>
                  <a:ext uri="{FF2B5EF4-FFF2-40B4-BE49-F238E27FC236}">
                    <a16:creationId xmlns:a16="http://schemas.microsoft.com/office/drawing/2014/main" id="{B1B5234B-2937-EF70-546B-A8F040F243C2}"/>
                  </a:ext>
                </a:extLst>
              </p:cNvPr>
              <p:cNvSpPr/>
              <p:nvPr/>
            </p:nvSpPr>
            <p:spPr>
              <a:xfrm>
                <a:off x="4836648" y="1703727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5B6AC38-B55B-1EE9-B637-F6B36BDE7F5D}"/>
                  </a:ext>
                </a:extLst>
              </p:cNvPr>
              <p:cNvSpPr txBox="1"/>
              <p:nvPr/>
            </p:nvSpPr>
            <p:spPr>
              <a:xfrm>
                <a:off x="4836648" y="4581319"/>
                <a:ext cx="31569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ru-RU" dirty="0">
                    <a:latin typeface="Comfortaa Medium" pitchFamily="2" charset="0"/>
                  </a:rPr>
                  <a:t>Коменданты</a:t>
                </a:r>
              </a:p>
            </p:txBody>
          </p:sp>
        </p:grpSp>
        <p:pic>
          <p:nvPicPr>
            <p:cNvPr id="56" name="Picture 4" descr="Корпуса и корпуса для ноутбуков Компьютерные иконки, Ноутбук, электроника,  прямоугольник png | PNGEgg">
              <a:extLst>
                <a:ext uri="{FF2B5EF4-FFF2-40B4-BE49-F238E27FC236}">
                  <a16:creationId xmlns:a16="http://schemas.microsoft.com/office/drawing/2014/main" id="{4AADC2EE-5AAB-B45D-9931-67E3DE0A18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34" t="8844" r="20935" b="8844"/>
            <a:stretch>
              <a:fillRect/>
            </a:stretch>
          </p:blipFill>
          <p:spPr bwMode="auto">
            <a:xfrm>
              <a:off x="5401022" y="2486555"/>
              <a:ext cx="2219956" cy="1788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9B7602A2-2FDF-C8B2-6C24-54325DC86F6D}"/>
              </a:ext>
            </a:extLst>
          </p:cNvPr>
          <p:cNvGrpSpPr/>
          <p:nvPr/>
        </p:nvGrpSpPr>
        <p:grpSpPr>
          <a:xfrm>
            <a:off x="8587653" y="1703727"/>
            <a:ext cx="3156980" cy="3732357"/>
            <a:chOff x="8587653" y="1703727"/>
            <a:chExt cx="3156980" cy="3732357"/>
          </a:xfrm>
        </p:grpSpPr>
        <p:grpSp>
          <p:nvGrpSpPr>
            <p:cNvPr id="53" name="Группа 52">
              <a:extLst>
                <a:ext uri="{FF2B5EF4-FFF2-40B4-BE49-F238E27FC236}">
                  <a16:creationId xmlns:a16="http://schemas.microsoft.com/office/drawing/2014/main" id="{1D97C07C-3177-14F0-6015-F83B72D7CD23}"/>
                </a:ext>
              </a:extLst>
            </p:cNvPr>
            <p:cNvGrpSpPr/>
            <p:nvPr/>
          </p:nvGrpSpPr>
          <p:grpSpPr>
            <a:xfrm>
              <a:off x="8587653" y="1703727"/>
              <a:ext cx="3156980" cy="3732357"/>
              <a:chOff x="8351680" y="1703727"/>
              <a:chExt cx="3156980" cy="3732357"/>
            </a:xfrm>
          </p:grpSpPr>
          <p:sp>
            <p:nvSpPr>
              <p:cNvPr id="50" name="Прямоугольник: скругленные углы 49">
                <a:extLst>
                  <a:ext uri="{FF2B5EF4-FFF2-40B4-BE49-F238E27FC236}">
                    <a16:creationId xmlns:a16="http://schemas.microsoft.com/office/drawing/2014/main" id="{24239B64-5F5D-6950-4554-29F0D85EBE6B}"/>
                  </a:ext>
                </a:extLst>
              </p:cNvPr>
              <p:cNvSpPr/>
              <p:nvPr/>
            </p:nvSpPr>
            <p:spPr>
              <a:xfrm>
                <a:off x="8351680" y="1703727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91BCC79-35C4-2EB1-2432-E8814CE9A578}"/>
                  </a:ext>
                </a:extLst>
              </p:cNvPr>
              <p:cNvSpPr txBox="1"/>
              <p:nvPr/>
            </p:nvSpPr>
            <p:spPr>
              <a:xfrm>
                <a:off x="8351680" y="4581319"/>
                <a:ext cx="31569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ru-RU" dirty="0">
                    <a:latin typeface="Comfortaa Medium" pitchFamily="2" charset="0"/>
                  </a:rPr>
                  <a:t>Воспитатели</a:t>
                </a:r>
              </a:p>
            </p:txBody>
          </p:sp>
        </p:grpSp>
        <p:pic>
          <p:nvPicPr>
            <p:cNvPr id="57" name="Picture 6" descr="Иконка «Мобильный телефон» | MyWebIcons">
              <a:extLst>
                <a:ext uri="{FF2B5EF4-FFF2-40B4-BE49-F238E27FC236}">
                  <a16:creationId xmlns:a16="http://schemas.microsoft.com/office/drawing/2014/main" id="{3279BDCE-9155-491C-28A0-84D474BAFA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7067" y="2241592"/>
              <a:ext cx="2278152" cy="2278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42638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2D230-5E2F-E325-51E5-751E18A2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62A7E29-A206-A935-FD29-7D3EBC596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395" y="1187444"/>
            <a:ext cx="5339740" cy="544216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Требуется разработать подсистему для …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179BD8-434D-E377-5979-C4FA626D1747}"/>
              </a:ext>
            </a:extLst>
          </p:cNvPr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2F39621-8D97-E7F5-6230-E62C9BE3E31B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558FBF24-B85F-1CF1-1DCC-1A922877D3EE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10" name="Прямоугольник: скругленные углы 9">
                <a:extLst>
                  <a:ext uri="{FF2B5EF4-FFF2-40B4-BE49-F238E27FC236}">
                    <a16:creationId xmlns:a16="http://schemas.microsoft.com/office/drawing/2014/main" id="{C8B49818-89C4-C906-29BB-8FF585F0470F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11" name="Рисунок 10">
                <a:extLst>
                  <a:ext uri="{FF2B5EF4-FFF2-40B4-BE49-F238E27FC236}">
                    <a16:creationId xmlns:a16="http://schemas.microsoft.com/office/drawing/2014/main" id="{DDDD813E-778C-61A1-2F5D-0DF7579F81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5F58E534-8616-6CA2-546B-B5952FFAA2D3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A170462-05E0-7B49-9C7B-40D23D49E2FD}"/>
              </a:ext>
            </a:extLst>
          </p:cNvPr>
          <p:cNvSpPr/>
          <p:nvPr/>
        </p:nvSpPr>
        <p:spPr>
          <a:xfrm>
            <a:off x="190500" y="2304596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CD50526-013A-B287-C8DD-E07A2D820101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1F80BFD0-93B3-906B-5B32-BFF62408E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7D5273A5-192C-6B3B-1AED-2030CEEA5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937E262B-A07C-3B38-E457-CB20BF395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AEAB7EDC-D066-C067-2F07-AF2D3BE24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6E9F2699-4F0F-FDCA-0D12-5B9A1BF1B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B0CFADE7-8FC0-3583-853F-D7FB423C2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38C65E3B-42B8-A780-D438-501BB0FC0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09DB4D76-B5CA-54F8-DC7F-A0F0CC1F0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87D4708C-5DC7-8CF3-DA1C-515F16FCA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640EE331-EACE-0411-88AA-51F3B2801793}"/>
              </a:ext>
            </a:extLst>
          </p:cNvPr>
          <p:cNvGrpSpPr/>
          <p:nvPr/>
        </p:nvGrpSpPr>
        <p:grpSpPr>
          <a:xfrm>
            <a:off x="861468" y="106931"/>
            <a:ext cx="11206162" cy="786262"/>
            <a:chOff x="883444" y="90039"/>
            <a:chExt cx="11206162" cy="786262"/>
          </a:xfrm>
        </p:grpSpPr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86675127-E6A3-8C2B-5FD3-DBF0040BE859}"/>
                </a:ext>
              </a:extLst>
            </p:cNvPr>
            <p:cNvSpPr/>
            <p:nvPr/>
          </p:nvSpPr>
          <p:spPr>
            <a:xfrm>
              <a:off x="883444" y="90039"/>
              <a:ext cx="11206162" cy="786262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86F1E44-675C-14A8-954D-5CEA94321389}"/>
                </a:ext>
              </a:extLst>
            </p:cNvPr>
            <p:cNvSpPr txBox="1"/>
            <p:nvPr/>
          </p:nvSpPr>
          <p:spPr>
            <a:xfrm>
              <a:off x="11143122" y="221560"/>
              <a:ext cx="8583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4/11</a:t>
              </a:r>
            </a:p>
          </p:txBody>
        </p:sp>
      </p:grp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0BC68D25-943F-54DB-C85C-1B6CC3F3F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4" y="228389"/>
            <a:ext cx="10066797" cy="50956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 Medium" pitchFamily="2" charset="0"/>
              </a:rPr>
              <a:t>Цель</a:t>
            </a:r>
          </a:p>
        </p:txBody>
      </p:sp>
    </p:spTree>
    <p:extLst>
      <p:ext uri="{BB962C8B-B14F-4D97-AF65-F5344CB8AC3E}">
        <p14:creationId xmlns:p14="http://schemas.microsoft.com/office/powerpoint/2010/main" val="4142029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BC4A3A-E7AE-1EEA-AACD-F062DA6D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9D41A2A-7545-1501-2164-F9EE0A29B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50122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Какие этапы разработки нужно выполнить для достижения цели? </a:t>
            </a:r>
          </a:p>
          <a:p>
            <a:r>
              <a:rPr lang="ru-RU" dirty="0"/>
              <a:t>Можно перечислить этапы жизненного цикла ПО (проанализировать, спроектировать, разработать, протестировать, разработать документацию, … – с уточнениями, какие именно задачи требовалось решить)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DBD17C0-A51A-CF5A-789B-FCA8B006F758}"/>
              </a:ext>
            </a:extLst>
          </p:cNvPr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13444270-A7CF-6A25-83D2-30D3F7A0667E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C9D625A6-F6E9-01F1-C603-54AB99960421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15" name="Прямоугольник: скругленные углы 14">
                <a:extLst>
                  <a:ext uri="{FF2B5EF4-FFF2-40B4-BE49-F238E27FC236}">
                    <a16:creationId xmlns:a16="http://schemas.microsoft.com/office/drawing/2014/main" id="{99C6FC1B-8158-CC06-911B-C50EDC16CCE2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16" name="Рисунок 15">
                <a:extLst>
                  <a:ext uri="{FF2B5EF4-FFF2-40B4-BE49-F238E27FC236}">
                    <a16:creationId xmlns:a16="http://schemas.microsoft.com/office/drawing/2014/main" id="{A104D42A-1122-67F0-BC2F-783D9EFCA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F403E0C8-F0A7-CE89-4CCF-BF1AA9020A59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316B16E-9114-399C-58AF-B4FFEF439296}"/>
              </a:ext>
            </a:extLst>
          </p:cNvPr>
          <p:cNvSpPr/>
          <p:nvPr/>
        </p:nvSpPr>
        <p:spPr>
          <a:xfrm>
            <a:off x="190500" y="2789822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4C59010-698B-FE72-4B39-A091436C182D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B62A269E-4D1A-75B7-DFCC-F4E8574F9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79A518FD-0219-0F43-B1A7-EDE790A15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72D44CDC-9CC5-5AC2-EFC4-4EECC1F6C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7F80F025-43C6-070A-538E-DA29F847D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94D7B746-88F8-1C4D-2EC7-33FAF1978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5FF1B167-CC91-29EB-CA89-BA73BCD7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FB340309-C9F6-39BD-AC28-1E43F140F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A4219E98-8C50-7608-1829-62270F7B7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CD7AB10D-0167-B6C2-102D-7CBE1581F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E32DADE-8EF1-C685-51E0-9EABA754DD77}"/>
              </a:ext>
            </a:extLst>
          </p:cNvPr>
          <p:cNvGrpSpPr/>
          <p:nvPr/>
        </p:nvGrpSpPr>
        <p:grpSpPr>
          <a:xfrm>
            <a:off x="861468" y="106931"/>
            <a:ext cx="11206162" cy="786262"/>
            <a:chOff x="883444" y="90039"/>
            <a:chExt cx="11206162" cy="786262"/>
          </a:xfrm>
        </p:grpSpPr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BCD1B29D-884A-3FA3-B58D-7D6429611076}"/>
                </a:ext>
              </a:extLst>
            </p:cNvPr>
            <p:cNvSpPr/>
            <p:nvPr/>
          </p:nvSpPr>
          <p:spPr>
            <a:xfrm>
              <a:off x="883444" y="90039"/>
              <a:ext cx="11206162" cy="786262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AE01806-1140-3605-FBD6-1B1BD393300C}"/>
                </a:ext>
              </a:extLst>
            </p:cNvPr>
            <p:cNvSpPr txBox="1"/>
            <p:nvPr/>
          </p:nvSpPr>
          <p:spPr>
            <a:xfrm>
              <a:off x="11143122" y="221560"/>
              <a:ext cx="8583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5/11</a:t>
              </a:r>
            </a:p>
          </p:txBody>
        </p:sp>
      </p:grp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D556D082-06BB-B253-83D2-0E267DA5F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4" y="228389"/>
            <a:ext cx="10066797" cy="50956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 Medium" pitchFamily="2" charset="0"/>
              </a:rPr>
              <a:t>Задачи</a:t>
            </a:r>
          </a:p>
        </p:txBody>
      </p:sp>
    </p:spTree>
    <p:extLst>
      <p:ext uri="{BB962C8B-B14F-4D97-AF65-F5344CB8AC3E}">
        <p14:creationId xmlns:p14="http://schemas.microsoft.com/office/powerpoint/2010/main" val="3709196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3B0827-AFB6-532B-B761-50B7D3B0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23F8EAF-0262-FE35-D849-FD1D6F986986}"/>
              </a:ext>
            </a:extLst>
          </p:cNvPr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ECC5591-9540-13BB-5CA5-D0D0E4ADD660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E4789D04-B874-0936-A5E3-48354220BFA8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A5281A58-86E2-8272-90E0-874349CA99D7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15" name="Рисунок 14">
                <a:extLst>
                  <a:ext uri="{FF2B5EF4-FFF2-40B4-BE49-F238E27FC236}">
                    <a16:creationId xmlns:a16="http://schemas.microsoft.com/office/drawing/2014/main" id="{995BC5FB-ADB4-CC3B-7DFE-4F07990D0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EBDB9624-7C29-FC9B-B184-B55607BEDC76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FC6EB6D2-3F4C-3B83-6C62-9B8B4BACA594}"/>
              </a:ext>
            </a:extLst>
          </p:cNvPr>
          <p:cNvSpPr/>
          <p:nvPr/>
        </p:nvSpPr>
        <p:spPr>
          <a:xfrm>
            <a:off x="190500" y="2769091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DF0F623B-4808-2543-D686-A808AC3BFDB9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D2CA61B3-A6D6-005C-6E9A-E13A69C39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92FBCC27-E9DA-4CD9-3DBA-8CE7D9B26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5680FDDC-ABDD-C00D-E665-50F373240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E9E7555D-F28D-5CF3-358B-C6BA9206C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30E105FA-711C-8B9D-FF82-C9AD9C9BB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DFECDDC1-553A-56DB-6DF8-8C15F85C9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0046300B-3878-6F3B-C346-FEF354AD7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34DEB9F2-E895-9555-FFE2-969B3FDDB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095FBBF9-F296-79AF-7A1C-90EE568D5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8F6AFAB-8690-7443-E42D-BC76C4EADA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9144" t="-3130" r="-6877" b="-1"/>
          <a:stretch>
            <a:fillRect/>
          </a:stretch>
        </p:blipFill>
        <p:spPr>
          <a:xfrm>
            <a:off x="7629883" y="2566256"/>
            <a:ext cx="1049864" cy="1049862"/>
          </a:xfrm>
          <a:prstGeom prst="rect">
            <a:avLst/>
          </a:prstGeom>
        </p:spPr>
      </p:pic>
      <p:pic>
        <p:nvPicPr>
          <p:cNvPr id="1036" name="Picture 12" descr="Докер – Бесплатные иконки: бренды и логотипы">
            <a:extLst>
              <a:ext uri="{FF2B5EF4-FFF2-40B4-BE49-F238E27FC236}">
                <a16:creationId xmlns:a16="http://schemas.microsoft.com/office/drawing/2014/main" id="{9A2FFD74-CE80-D6EB-3FD1-A30704DC2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615" y="5304202"/>
            <a:ext cx="914400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What - Docker Compose Logo Transparent Png,Compose Icon - free transparent  png images - pngaaa.com">
            <a:extLst>
              <a:ext uri="{FF2B5EF4-FFF2-40B4-BE49-F238E27FC236}">
                <a16:creationId xmlns:a16="http://schemas.microsoft.com/office/drawing/2014/main" id="{7E9763BB-2683-ED89-5CC3-CF25C38216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693" b="93307" l="10000" r="90000">
                        <a14:foregroundMark x1="65444" y1="11513" x2="65444" y2="11513"/>
                        <a14:foregroundMark x1="68556" y1="6827" x2="68556" y2="6827"/>
                        <a14:foregroundMark x1="58889" y1="88086" x2="58889" y2="88086"/>
                        <a14:foregroundMark x1="59889" y1="89826" x2="59889" y2="89826"/>
                        <a14:foregroundMark x1="58556" y1="93307" x2="58556" y2="93307"/>
                        <a14:foregroundMark x1="51778" y1="55689" x2="51778" y2="55689"/>
                        <a14:foregroundMark x1="47778" y1="53548" x2="48889" y2="55823"/>
                        <a14:foregroundMark x1="50556" y1="51539" x2="53556" y2="56894"/>
                        <a14:backgroundMark x1="46444" y1="68541" x2="46444" y2="68541"/>
                        <a14:backgroundMark x1="59000" y1="68541" x2="59000" y2="68541"/>
                        <a14:backgroundMark x1="58111" y1="68273" x2="58111" y2="682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895" r="18881"/>
          <a:stretch>
            <a:fillRect/>
          </a:stretch>
        </p:blipFill>
        <p:spPr bwMode="auto">
          <a:xfrm>
            <a:off x="8813186" y="5134788"/>
            <a:ext cx="867406" cy="115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9B4F8D2C-4B12-2484-E4C3-11BC08421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721" y="5236472"/>
            <a:ext cx="1049861" cy="104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Vite color icon in PNG, SVG">
            <a:extLst>
              <a:ext uri="{FF2B5EF4-FFF2-40B4-BE49-F238E27FC236}">
                <a16:creationId xmlns:a16="http://schemas.microsoft.com/office/drawing/2014/main" id="{4549BD3D-3B47-1CEF-C454-093B58C7F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50" b="92917" l="8500" r="91000">
                        <a14:foregroundMark x1="8500" y1="22667" x2="8500" y2="22667"/>
                        <a14:foregroundMark x1="68333" y1="8750" x2="68333" y2="8750"/>
                        <a14:foregroundMark x1="91083" y1="20667" x2="91083" y2="20667"/>
                        <a14:foregroundMark x1="50167" y1="92917" x2="50167" y2="929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956" y="4086342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C8AB69DF-4378-AA6F-8026-77E955B60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280" y="4030684"/>
            <a:ext cx="1030140" cy="91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Рисунок 32" descr="Изображение выглядит как круг, Графика, символ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0BB5BA-7288-0AC6-B572-35C37F29371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333" y="2625268"/>
            <a:ext cx="961746" cy="961746"/>
          </a:xfrm>
          <a:prstGeom prst="rect">
            <a:avLst/>
          </a:prstGeom>
        </p:spPr>
      </p:pic>
      <p:pic>
        <p:nvPicPr>
          <p:cNvPr id="35" name="Рисунок 34" descr="Изображение выглядит как круг, График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626EC0B-86EB-9FF7-E192-0F4CD67A2FE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109" y="2620645"/>
            <a:ext cx="941084" cy="941084"/>
          </a:xfrm>
          <a:prstGeom prst="rect">
            <a:avLst/>
          </a:prstGeom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53FB5B16-0522-4A8F-2A9B-5241A284A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036" y="3957720"/>
            <a:ext cx="1057345" cy="105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793F3BB0-07CE-CCE9-EAFE-6988999AA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718" y="2488410"/>
            <a:ext cx="1155980" cy="115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Mysql workbench - Free Icon PNG, SVG">
            <a:extLst>
              <a:ext uri="{FF2B5EF4-FFF2-40B4-BE49-F238E27FC236}">
                <a16:creationId xmlns:a16="http://schemas.microsoft.com/office/drawing/2014/main" id="{2DDCC42B-0AA1-7794-7ECD-9636B97CC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718" y="1187444"/>
            <a:ext cx="1155980" cy="115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Рисунок 37" descr="Изображение выглядит как Графика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84F69C-F7DD-4E54-5DB0-8B1B8D82D82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778" y="1278728"/>
            <a:ext cx="961746" cy="961746"/>
          </a:xfrm>
          <a:prstGeom prst="rect">
            <a:avLst/>
          </a:prstGeom>
        </p:spPr>
      </p:pic>
      <p:pic>
        <p:nvPicPr>
          <p:cNvPr id="1058" name="Picture 34" descr="Typescript - Free brands and logotypes icons">
            <a:extLst>
              <a:ext uri="{FF2B5EF4-FFF2-40B4-BE49-F238E27FC236}">
                <a16:creationId xmlns:a16="http://schemas.microsoft.com/office/drawing/2014/main" id="{2C07C8E4-D0A9-AF31-0EEE-AB372C236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792" y="4033094"/>
            <a:ext cx="9144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Html 5 - Free logo icons">
            <a:extLst>
              <a:ext uri="{FF2B5EF4-FFF2-40B4-BE49-F238E27FC236}">
                <a16:creationId xmlns:a16="http://schemas.microsoft.com/office/drawing/2014/main" id="{4ADB8FF2-B5A6-1FD1-4E9D-5D1863E21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531" y="4100663"/>
            <a:ext cx="914402" cy="914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Css 3 – Бесплатные иконки: технологии">
            <a:extLst>
              <a:ext uri="{FF2B5EF4-FFF2-40B4-BE49-F238E27FC236}">
                <a16:creationId xmlns:a16="http://schemas.microsoft.com/office/drawing/2014/main" id="{1568EC24-18E1-5565-084D-A38A5CFE9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058" y="4086342"/>
            <a:ext cx="914402" cy="914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Figma logo - Free Icon PNG, SVG">
            <a:extLst>
              <a:ext uri="{FF2B5EF4-FFF2-40B4-BE49-F238E27FC236}">
                <a16:creationId xmlns:a16="http://schemas.microsoft.com/office/drawing/2014/main" id="{A6DA375E-68BA-2755-1F93-A3098C795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917" y="4053683"/>
            <a:ext cx="91440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7B5A7D31-F24A-2BE3-6C5B-E73F245D7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394" y="5232497"/>
            <a:ext cx="1004628" cy="100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>
            <a:extLst>
              <a:ext uri="{FF2B5EF4-FFF2-40B4-BE49-F238E27FC236}">
                <a16:creationId xmlns:a16="http://schemas.microsoft.com/office/drawing/2014/main" id="{173F3D0E-1B87-D045-360C-BE6301DB66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17"/>
          <a:stretch>
            <a:fillRect/>
          </a:stretch>
        </p:blipFill>
        <p:spPr bwMode="auto">
          <a:xfrm>
            <a:off x="6342360" y="5181295"/>
            <a:ext cx="1161780" cy="120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973E8C4D-588F-57AF-7833-7559C28515AF}"/>
              </a:ext>
            </a:extLst>
          </p:cNvPr>
          <p:cNvGrpSpPr/>
          <p:nvPr/>
        </p:nvGrpSpPr>
        <p:grpSpPr>
          <a:xfrm>
            <a:off x="861468" y="106931"/>
            <a:ext cx="11206162" cy="786262"/>
            <a:chOff x="883444" y="90039"/>
            <a:chExt cx="11206162" cy="786262"/>
          </a:xfrm>
        </p:grpSpPr>
        <p:sp>
          <p:nvSpPr>
            <p:cNvPr id="43" name="Прямоугольник: скругленные углы 42">
              <a:extLst>
                <a:ext uri="{FF2B5EF4-FFF2-40B4-BE49-F238E27FC236}">
                  <a16:creationId xmlns:a16="http://schemas.microsoft.com/office/drawing/2014/main" id="{E9ACE141-F4F1-10DF-74AE-C0F930441B5C}"/>
                </a:ext>
              </a:extLst>
            </p:cNvPr>
            <p:cNvSpPr/>
            <p:nvPr/>
          </p:nvSpPr>
          <p:spPr>
            <a:xfrm>
              <a:off x="883444" y="90039"/>
              <a:ext cx="11206162" cy="786262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EFE8005-3671-45AD-3998-47ABD2B2BE67}"/>
                </a:ext>
              </a:extLst>
            </p:cNvPr>
            <p:cNvSpPr txBox="1"/>
            <p:nvPr/>
          </p:nvSpPr>
          <p:spPr>
            <a:xfrm>
              <a:off x="11143122" y="221560"/>
              <a:ext cx="8583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6/11</a:t>
              </a:r>
            </a:p>
          </p:txBody>
        </p:sp>
      </p:grp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4B174EC-8FBB-83DE-A81F-594801E3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4" y="228389"/>
            <a:ext cx="10066797" cy="50956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 Medium" pitchFamily="2" charset="0"/>
              </a:rPr>
              <a:t>Средства разработки</a:t>
            </a:r>
          </a:p>
        </p:txBody>
      </p:sp>
    </p:spTree>
    <p:extLst>
      <p:ext uri="{BB962C8B-B14F-4D97-AF65-F5344CB8AC3E}">
        <p14:creationId xmlns:p14="http://schemas.microsoft.com/office/powerpoint/2010/main" val="1600425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CE6F3-C04C-904E-E83B-EDBF8EDD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1E3B271-FE32-CB06-4D0E-B9934524DF48}"/>
              </a:ext>
            </a:extLst>
          </p:cNvPr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0D0D423C-6AFD-BFAE-5D78-E5C12DBF06B6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B9669050-1E86-6B3F-EFFB-CE56B808B13D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9E04CBF0-3D65-DCA5-5002-93A9235539E3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15" name="Рисунок 14">
                <a:extLst>
                  <a:ext uri="{FF2B5EF4-FFF2-40B4-BE49-F238E27FC236}">
                    <a16:creationId xmlns:a16="http://schemas.microsoft.com/office/drawing/2014/main" id="{2C9BB02E-7554-240B-5349-D128A27AC0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E1782D06-0C9F-8776-FBF8-743B28506790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A4A53AD-C18A-ECDD-99A7-1658B173A248}"/>
              </a:ext>
            </a:extLst>
          </p:cNvPr>
          <p:cNvSpPr/>
          <p:nvPr/>
        </p:nvSpPr>
        <p:spPr>
          <a:xfrm>
            <a:off x="190500" y="3243747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B22EE30A-654B-26B5-43EC-EA733E8524B9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B86B68FA-A902-E09B-5571-07F1BC667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50ADBE6F-DF6B-766D-8A12-C06FE4C99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399ED5AD-158E-1946-5AAB-060ED2C86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EDD3D827-AA6E-3B46-B9EC-3EBE4C28B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8702C89A-8952-72A6-EFD0-7158FE5A4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D0368E8A-0D0D-038A-E947-A2DC63CB7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89C2DB47-7595-E1A7-16AA-085A46BE6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21C03BD4-46EE-6AF1-1D2C-CD7180A1A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D4EA82EC-8D97-64F6-1C47-36D4389AC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6190485-2E14-DC7D-33D1-05D10C9B251E}"/>
              </a:ext>
            </a:extLst>
          </p:cNvPr>
          <p:cNvGrpSpPr/>
          <p:nvPr/>
        </p:nvGrpSpPr>
        <p:grpSpPr>
          <a:xfrm>
            <a:off x="861468" y="106931"/>
            <a:ext cx="11206162" cy="786262"/>
            <a:chOff x="883444" y="90039"/>
            <a:chExt cx="11206162" cy="78626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0BB7E734-9BE0-72B2-C7FD-FF9A5DFB0F9F}"/>
                </a:ext>
              </a:extLst>
            </p:cNvPr>
            <p:cNvSpPr/>
            <p:nvPr/>
          </p:nvSpPr>
          <p:spPr>
            <a:xfrm>
              <a:off x="883444" y="90039"/>
              <a:ext cx="11206162" cy="786262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EA770EB-B744-D9DD-280C-F7B02BCEDB8F}"/>
                </a:ext>
              </a:extLst>
            </p:cNvPr>
            <p:cNvSpPr txBox="1"/>
            <p:nvPr/>
          </p:nvSpPr>
          <p:spPr>
            <a:xfrm>
              <a:off x="11143122" y="221560"/>
              <a:ext cx="8583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7/11</a:t>
              </a:r>
            </a:p>
          </p:txBody>
        </p:sp>
      </p:grp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3F94D7C6-18FA-60AE-2D55-C3CEC1743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4" y="228389"/>
            <a:ext cx="10066797" cy="50956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 Medium" pitchFamily="2" charset="0"/>
              </a:rPr>
              <a:t>Архитектура системы</a:t>
            </a:r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CAEADBD3-A672-DED4-B0F3-6D9C1F3A2B18}"/>
              </a:ext>
            </a:extLst>
          </p:cNvPr>
          <p:cNvGrpSpPr/>
          <p:nvPr/>
        </p:nvGrpSpPr>
        <p:grpSpPr>
          <a:xfrm>
            <a:off x="2979084" y="2284582"/>
            <a:ext cx="6970929" cy="3239077"/>
            <a:chOff x="2601696" y="2305050"/>
            <a:chExt cx="6970929" cy="3239077"/>
          </a:xfrm>
        </p:grpSpPr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7BC65B17-085A-FD12-88AF-DE6936E11F0D}"/>
                </a:ext>
              </a:extLst>
            </p:cNvPr>
            <p:cNvSpPr/>
            <p:nvPr/>
          </p:nvSpPr>
          <p:spPr>
            <a:xfrm>
              <a:off x="2601696" y="2305050"/>
              <a:ext cx="6970929" cy="2066925"/>
            </a:xfrm>
            <a:prstGeom prst="roundRect">
              <a:avLst>
                <a:gd name="adj" fmla="val 4818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Comfortaa Medium" pitchFamily="2" charset="0"/>
                </a:rPr>
                <a:t>Сервер</a:t>
              </a:r>
            </a:p>
            <a:p>
              <a:pPr algn="ctr"/>
              <a:endParaRPr lang="ru-RU" dirty="0">
                <a:solidFill>
                  <a:schemeClr val="tx1"/>
                </a:solidFill>
                <a:latin typeface="Comfortaa Medium" pitchFamily="2" charset="0"/>
              </a:endParaRPr>
            </a:p>
            <a:p>
              <a:pPr algn="ctr"/>
              <a:endParaRPr lang="ru-RU" dirty="0">
                <a:solidFill>
                  <a:schemeClr val="tx1"/>
                </a:solidFill>
                <a:latin typeface="Comfortaa Medium" pitchFamily="2" charset="0"/>
              </a:endParaRPr>
            </a:p>
            <a:p>
              <a:pPr algn="ctr"/>
              <a:endParaRPr lang="ru-RU" dirty="0">
                <a:solidFill>
                  <a:schemeClr val="tx1"/>
                </a:solidFill>
                <a:latin typeface="Comfortaa Medium" pitchFamily="2" charset="0"/>
              </a:endParaRPr>
            </a:p>
            <a:p>
              <a:pPr algn="ctr"/>
              <a:endParaRPr lang="ru-RU" dirty="0">
                <a:solidFill>
                  <a:schemeClr val="tx1"/>
                </a:solidFill>
                <a:latin typeface="Comfortaa Medium" pitchFamily="2" charset="0"/>
              </a:endParaRPr>
            </a:p>
          </p:txBody>
        </p:sp>
        <p:sp>
          <p:nvSpPr>
            <p:cNvPr id="35" name="Прямоугольник: скругленные углы 34">
              <a:extLst>
                <a:ext uri="{FF2B5EF4-FFF2-40B4-BE49-F238E27FC236}">
                  <a16:creationId xmlns:a16="http://schemas.microsoft.com/office/drawing/2014/main" id="{1ECA7979-34F0-56C8-1C91-78FC075843F0}"/>
                </a:ext>
              </a:extLst>
            </p:cNvPr>
            <p:cNvSpPr/>
            <p:nvPr/>
          </p:nvSpPr>
          <p:spPr>
            <a:xfrm>
              <a:off x="5123884" y="4747046"/>
              <a:ext cx="1971676" cy="79708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Comfortaa Medium" pitchFamily="2" charset="0"/>
                </a:rPr>
                <a:t>Браузер</a:t>
              </a: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3299F8B5-F131-F5A5-45A3-2257B1A206A4}"/>
                </a:ext>
              </a:extLst>
            </p:cNvPr>
            <p:cNvSpPr/>
            <p:nvPr/>
          </p:nvSpPr>
          <p:spPr>
            <a:xfrm>
              <a:off x="5110162" y="3234977"/>
              <a:ext cx="1971676" cy="79708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Comfortaa Medium" pitchFamily="2" charset="0"/>
                </a:rPr>
                <a:t>API</a:t>
              </a:r>
              <a:endParaRPr lang="ru-RU" dirty="0">
                <a:solidFill>
                  <a:schemeClr val="tx1"/>
                </a:solidFill>
                <a:latin typeface="Comfortaa Medium" pitchFamily="2" charset="0"/>
              </a:endParaRPr>
            </a:p>
          </p:txBody>
        </p:sp>
        <p:sp>
          <p:nvSpPr>
            <p:cNvPr id="38" name="Прямоугольник: скругленные углы 37">
              <a:extLst>
                <a:ext uri="{FF2B5EF4-FFF2-40B4-BE49-F238E27FC236}">
                  <a16:creationId xmlns:a16="http://schemas.microsoft.com/office/drawing/2014/main" id="{59038C30-FE58-AD58-814D-B120C0D96249}"/>
                </a:ext>
              </a:extLst>
            </p:cNvPr>
            <p:cNvSpPr/>
            <p:nvPr/>
          </p:nvSpPr>
          <p:spPr>
            <a:xfrm>
              <a:off x="2807948" y="3234977"/>
              <a:ext cx="1971676" cy="797081"/>
            </a:xfrm>
            <a:prstGeom prst="roundRect">
              <a:avLst>
                <a:gd name="adj" fmla="val 13082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Comfortaa Medium" pitchFamily="2" charset="0"/>
                </a:rPr>
                <a:t>Базы данных</a:t>
              </a: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9341A8C8-B130-57BE-0385-BC9B3AA1B4AE}"/>
                </a:ext>
              </a:extLst>
            </p:cNvPr>
            <p:cNvSpPr/>
            <p:nvPr/>
          </p:nvSpPr>
          <p:spPr>
            <a:xfrm>
              <a:off x="7412376" y="3234977"/>
              <a:ext cx="1971676" cy="79708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>
                  <a:solidFill>
                    <a:schemeClr val="tx1"/>
                  </a:solidFill>
                  <a:latin typeface="Comfortaa Medium" pitchFamily="2" charset="0"/>
                </a:rPr>
                <a:t>Веб-сервер</a:t>
              </a:r>
            </a:p>
          </p:txBody>
        </p: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C16EAF6B-7F79-F899-253B-35414FF68C85}"/>
                </a:ext>
              </a:extLst>
            </p:cNvPr>
            <p:cNvCxnSpPr>
              <a:cxnSpLocks/>
              <a:stCxn id="38" idx="3"/>
              <a:endCxn id="33" idx="1"/>
            </p:cNvCxnSpPr>
            <p:nvPr/>
          </p:nvCxnSpPr>
          <p:spPr>
            <a:xfrm>
              <a:off x="4779624" y="3633518"/>
              <a:ext cx="33053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DA9AD919-4632-E802-E6C6-15E2A1CB3E67}"/>
                </a:ext>
              </a:extLst>
            </p:cNvPr>
            <p:cNvCxnSpPr>
              <a:cxnSpLocks/>
              <a:stCxn id="33" idx="3"/>
              <a:endCxn id="39" idx="1"/>
            </p:cNvCxnSpPr>
            <p:nvPr/>
          </p:nvCxnSpPr>
          <p:spPr>
            <a:xfrm>
              <a:off x="7081838" y="3633518"/>
              <a:ext cx="33053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Соединитель: уступ 50">
              <a:extLst>
                <a:ext uri="{FF2B5EF4-FFF2-40B4-BE49-F238E27FC236}">
                  <a16:creationId xmlns:a16="http://schemas.microsoft.com/office/drawing/2014/main" id="{8A84A74E-39D4-5756-0CCD-E3CF8627D16C}"/>
                </a:ext>
              </a:extLst>
            </p:cNvPr>
            <p:cNvCxnSpPr>
              <a:cxnSpLocks/>
              <a:stCxn id="39" idx="2"/>
              <a:endCxn id="35" idx="3"/>
            </p:cNvCxnSpPr>
            <p:nvPr/>
          </p:nvCxnSpPr>
          <p:spPr>
            <a:xfrm rot="5400000">
              <a:off x="7190123" y="3937495"/>
              <a:ext cx="1113529" cy="1302654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8165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A3DDD-4E6E-CE8B-8BEA-8A70FF49E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934DC2-12E1-9F20-7900-175CD3E96000}"/>
              </a:ext>
            </a:extLst>
          </p:cNvPr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5EE9CC19-8CCC-C800-00B1-238A8E85CB39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3511996E-A86C-6BA4-499C-8E841E70062E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11" name="Прямоугольник: скругленные углы 10">
                <a:extLst>
                  <a:ext uri="{FF2B5EF4-FFF2-40B4-BE49-F238E27FC236}">
                    <a16:creationId xmlns:a16="http://schemas.microsoft.com/office/drawing/2014/main" id="{E1B4508D-1E45-342F-90EB-A5DD7D666F60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12" name="Рисунок 11">
                <a:extLst>
                  <a:ext uri="{FF2B5EF4-FFF2-40B4-BE49-F238E27FC236}">
                    <a16:creationId xmlns:a16="http://schemas.microsoft.com/office/drawing/2014/main" id="{D03C1EC4-FA9E-7225-78E7-D38458858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BB339E9B-DFB3-6CDB-DCDA-4D6A36C531D1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097869B-FA5A-61BF-F15C-33933565CADD}"/>
              </a:ext>
            </a:extLst>
          </p:cNvPr>
          <p:cNvSpPr/>
          <p:nvPr/>
        </p:nvSpPr>
        <p:spPr>
          <a:xfrm>
            <a:off x="190500" y="3713621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E111D08-9260-53FA-E261-C9CB92B6DD48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AEC0BC7C-7E8B-8FB0-144B-B2D3231D9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26AF9A84-FD0E-2A63-EE71-9BBE138F5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A5A76ABB-E446-F0EC-2268-B299958B1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DD33D2E0-BF02-DEF9-2AF5-953E60936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B746A4E1-C919-2FF9-B72F-57B4D627F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DD56C658-9C5D-767C-1B88-15CBC6022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7C1F3C2B-067F-9A59-CA1A-9B6417A87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E5E87066-CD2C-1403-BF06-4C4F01E66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161D1235-6124-868F-0CFE-579810AA1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D5373B3F-4DA4-A051-A386-C642F6AFFD0E}"/>
              </a:ext>
            </a:extLst>
          </p:cNvPr>
          <p:cNvGrpSpPr/>
          <p:nvPr/>
        </p:nvGrpSpPr>
        <p:grpSpPr>
          <a:xfrm>
            <a:off x="861468" y="106931"/>
            <a:ext cx="11206162" cy="786262"/>
            <a:chOff x="883444" y="90039"/>
            <a:chExt cx="11206162" cy="786262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0C1E17B7-AEB8-AB25-57AB-D6771520C83C}"/>
                </a:ext>
              </a:extLst>
            </p:cNvPr>
            <p:cNvSpPr/>
            <p:nvPr/>
          </p:nvSpPr>
          <p:spPr>
            <a:xfrm>
              <a:off x="883444" y="90039"/>
              <a:ext cx="11206162" cy="786262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7054059-6722-6AE6-ACD5-8133C0F60B6F}"/>
                </a:ext>
              </a:extLst>
            </p:cNvPr>
            <p:cNvSpPr txBox="1"/>
            <p:nvPr/>
          </p:nvSpPr>
          <p:spPr>
            <a:xfrm>
              <a:off x="11143122" y="221560"/>
              <a:ext cx="8583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8/11</a:t>
              </a:r>
            </a:p>
          </p:txBody>
        </p:sp>
      </p:grp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1518F75B-76A1-D4A7-DE6F-D4C845256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4" y="228389"/>
            <a:ext cx="10066797" cy="50956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 Medium" pitchFamily="2" charset="0"/>
              </a:rPr>
              <a:t>Демо</a:t>
            </a:r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E3381768-51E7-7B35-A383-B73D1ABCAF39}"/>
              </a:ext>
            </a:extLst>
          </p:cNvPr>
          <p:cNvGrpSpPr/>
          <p:nvPr/>
        </p:nvGrpSpPr>
        <p:grpSpPr>
          <a:xfrm>
            <a:off x="3911192" y="1295283"/>
            <a:ext cx="5106713" cy="4476355"/>
            <a:chOff x="3911192" y="1295283"/>
            <a:chExt cx="5106713" cy="4476355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9A3A87A8-2E61-9251-E046-9935808F3761}"/>
                </a:ext>
              </a:extLst>
            </p:cNvPr>
            <p:cNvSpPr/>
            <p:nvPr/>
          </p:nvSpPr>
          <p:spPr>
            <a:xfrm>
              <a:off x="3911192" y="1295283"/>
              <a:ext cx="5106713" cy="4476355"/>
            </a:xfrm>
            <a:prstGeom prst="roundRect">
              <a:avLst>
                <a:gd name="adj" fmla="val 2492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9" name="Рисунок 28" descr="Изображение выглядит как снимок экрана, круг, прямоугольный, дизайн&#10;&#10;Содержимое, созданное искусственным интеллектом, может быть неверным.">
              <a:extLst>
                <a:ext uri="{FF2B5EF4-FFF2-40B4-BE49-F238E27FC236}">
                  <a16:creationId xmlns:a16="http://schemas.microsoft.com/office/drawing/2014/main" id="{24FE6EDF-F969-2627-058F-4283F7A12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7691" y="1738128"/>
              <a:ext cx="2813716" cy="33817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0393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9926197-1136-7577-6121-15A73879C57D}"/>
              </a:ext>
            </a:extLst>
          </p:cNvPr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FA45285-0975-AE0D-3256-04576BBD9116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74E6B238-E687-AAFA-32B2-5F88AB55750D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10" name="Прямоугольник: скругленные углы 9">
                <a:extLst>
                  <a:ext uri="{FF2B5EF4-FFF2-40B4-BE49-F238E27FC236}">
                    <a16:creationId xmlns:a16="http://schemas.microsoft.com/office/drawing/2014/main" id="{976465C0-2BB6-D156-9768-C0017701B447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11" name="Рисунок 10">
                <a:extLst>
                  <a:ext uri="{FF2B5EF4-FFF2-40B4-BE49-F238E27FC236}">
                    <a16:creationId xmlns:a16="http://schemas.microsoft.com/office/drawing/2014/main" id="{BEB37C2F-19A7-62CB-C1DC-32BC83720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E1A9EA72-9428-2202-F6BF-71B055226D7E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C6924A0-2668-63AB-8E8B-3D7EA854454D}"/>
              </a:ext>
            </a:extLst>
          </p:cNvPr>
          <p:cNvSpPr/>
          <p:nvPr/>
        </p:nvSpPr>
        <p:spPr>
          <a:xfrm>
            <a:off x="190500" y="4185886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09F8243-47B1-29E8-D200-6933D8B7E3DD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02E1E834-D665-ACBA-3730-E39EDCCD7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1B84A38D-0A82-2501-820E-DE15B803F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BFCFEE10-8EB6-48A0-8E6C-5F46B129F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70981A93-21A4-B93E-81BD-53E766D17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750D0ACE-1F25-C5C0-3943-812D024A6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E753D982-72C1-AFC8-6385-34159E3D7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61DEDE37-0182-47F1-011A-C503CACCE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7EB8D5DE-6843-B864-8324-C2D3ADBF8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85B04EDA-5A8B-F891-E057-856FB229D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ACDEFC85-D958-F805-43B0-03F4006179F7}"/>
              </a:ext>
            </a:extLst>
          </p:cNvPr>
          <p:cNvGrpSpPr/>
          <p:nvPr/>
        </p:nvGrpSpPr>
        <p:grpSpPr>
          <a:xfrm>
            <a:off x="861468" y="106931"/>
            <a:ext cx="11206162" cy="786262"/>
            <a:chOff x="883444" y="90039"/>
            <a:chExt cx="11206162" cy="786262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204D1476-FB00-4238-ECD1-7089C8F7F9AC}"/>
                </a:ext>
              </a:extLst>
            </p:cNvPr>
            <p:cNvSpPr/>
            <p:nvPr/>
          </p:nvSpPr>
          <p:spPr>
            <a:xfrm>
              <a:off x="883444" y="90039"/>
              <a:ext cx="11206162" cy="786262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4079B6E-3210-FF5D-86AD-7651C07B9BEC}"/>
                </a:ext>
              </a:extLst>
            </p:cNvPr>
            <p:cNvSpPr txBox="1"/>
            <p:nvPr/>
          </p:nvSpPr>
          <p:spPr>
            <a:xfrm>
              <a:off x="11143122" y="221560"/>
              <a:ext cx="8583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9/11</a:t>
              </a:r>
            </a:p>
          </p:txBody>
        </p:sp>
      </p:grp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E45D4625-DDE0-06B6-6F55-AE453173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4" y="228389"/>
            <a:ext cx="10066797" cy="50956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 Medium" pitchFamily="2" charset="0"/>
              </a:rPr>
              <a:t>Преимущества проекта</a:t>
            </a:r>
          </a:p>
        </p:txBody>
      </p: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454F39D7-2DAE-C311-7C9F-E4ACD60B17F6}"/>
              </a:ext>
            </a:extLst>
          </p:cNvPr>
          <p:cNvGrpSpPr/>
          <p:nvPr/>
        </p:nvGrpSpPr>
        <p:grpSpPr>
          <a:xfrm>
            <a:off x="952500" y="1723424"/>
            <a:ext cx="2518287" cy="3732357"/>
            <a:chOff x="952500" y="1723424"/>
            <a:chExt cx="2518287" cy="3732357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E3169C10-CA12-291D-CBD4-2F177882C89D}"/>
                </a:ext>
              </a:extLst>
            </p:cNvPr>
            <p:cNvGrpSpPr/>
            <p:nvPr/>
          </p:nvGrpSpPr>
          <p:grpSpPr>
            <a:xfrm>
              <a:off x="952500" y="1723424"/>
              <a:ext cx="2518287" cy="3732357"/>
              <a:chOff x="1041394" y="1667282"/>
              <a:chExt cx="3156980" cy="3732357"/>
            </a:xfrm>
          </p:grpSpPr>
          <p:sp>
            <p:nvSpPr>
              <p:cNvPr id="36" name="Прямоугольник: скругленные углы 35">
                <a:extLst>
                  <a:ext uri="{FF2B5EF4-FFF2-40B4-BE49-F238E27FC236}">
                    <a16:creationId xmlns:a16="http://schemas.microsoft.com/office/drawing/2014/main" id="{B6F1861F-5083-0700-2D25-599413660F3C}"/>
                  </a:ext>
                </a:extLst>
              </p:cNvPr>
              <p:cNvSpPr/>
              <p:nvPr/>
            </p:nvSpPr>
            <p:spPr>
              <a:xfrm>
                <a:off x="1041394" y="1667282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AE0352C-BA42-4CC9-10B1-08DA098C4611}"/>
                  </a:ext>
                </a:extLst>
              </p:cNvPr>
              <p:cNvSpPr txBox="1"/>
              <p:nvPr/>
            </p:nvSpPr>
            <p:spPr>
              <a:xfrm>
                <a:off x="1041394" y="4412577"/>
                <a:ext cx="31569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latin typeface="Comfortaa Medium" pitchFamily="2" charset="0"/>
                  </a:rPr>
                  <a:t>Скорость</a:t>
                </a:r>
              </a:p>
            </p:txBody>
          </p:sp>
        </p:grpSp>
        <p:pic>
          <p:nvPicPr>
            <p:cNvPr id="43" name="Picture 4" descr="Максимальная скорость – Бесплатные иконки:">
              <a:extLst>
                <a:ext uri="{FF2B5EF4-FFF2-40B4-BE49-F238E27FC236}">
                  <a16:creationId xmlns:a16="http://schemas.microsoft.com/office/drawing/2014/main" id="{B90749CF-5A1E-B9BC-B6EB-1320F2FA94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6069" y="2319232"/>
              <a:ext cx="1691148" cy="16911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7DB1BE3D-E594-4CB9-64FE-403FE1860352}"/>
              </a:ext>
            </a:extLst>
          </p:cNvPr>
          <p:cNvGrpSpPr/>
          <p:nvPr/>
        </p:nvGrpSpPr>
        <p:grpSpPr>
          <a:xfrm>
            <a:off x="3729944" y="1719321"/>
            <a:ext cx="2668883" cy="3732357"/>
            <a:chOff x="3729944" y="1719321"/>
            <a:chExt cx="2668883" cy="3732357"/>
          </a:xfrm>
        </p:grpSpPr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561B926A-111A-C405-BDA2-7E41806723C8}"/>
                </a:ext>
              </a:extLst>
            </p:cNvPr>
            <p:cNvGrpSpPr/>
            <p:nvPr/>
          </p:nvGrpSpPr>
          <p:grpSpPr>
            <a:xfrm>
              <a:off x="3729944" y="1719321"/>
              <a:ext cx="2668883" cy="3732357"/>
              <a:chOff x="1041394" y="1667282"/>
              <a:chExt cx="3156980" cy="3732357"/>
            </a:xfrm>
          </p:grpSpPr>
          <p:sp>
            <p:nvSpPr>
              <p:cNvPr id="33" name="Прямоугольник: скругленные углы 32">
                <a:extLst>
                  <a:ext uri="{FF2B5EF4-FFF2-40B4-BE49-F238E27FC236}">
                    <a16:creationId xmlns:a16="http://schemas.microsoft.com/office/drawing/2014/main" id="{DDEBCA52-EAA7-E1EC-6E91-B19882DB1F7B}"/>
                  </a:ext>
                </a:extLst>
              </p:cNvPr>
              <p:cNvSpPr/>
              <p:nvPr/>
            </p:nvSpPr>
            <p:spPr>
              <a:xfrm>
                <a:off x="1041394" y="1667282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05B4375-81D1-80A6-4372-F5FD97576521}"/>
                  </a:ext>
                </a:extLst>
              </p:cNvPr>
              <p:cNvSpPr txBox="1"/>
              <p:nvPr/>
            </p:nvSpPr>
            <p:spPr>
              <a:xfrm>
                <a:off x="1041394" y="4429331"/>
                <a:ext cx="31569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latin typeface="Comfortaa Medium" pitchFamily="2" charset="0"/>
                  </a:rPr>
                  <a:t>Контроль</a:t>
                </a:r>
              </a:p>
            </p:txBody>
          </p:sp>
        </p:grpSp>
        <p:pic>
          <p:nvPicPr>
            <p:cNvPr id="45" name="Picture 6" descr="Пнг Проверка 27 фото">
              <a:extLst>
                <a:ext uri="{FF2B5EF4-FFF2-40B4-BE49-F238E27FC236}">
                  <a16:creationId xmlns:a16="http://schemas.microsoft.com/office/drawing/2014/main" id="{9F18291D-E2C3-239D-CBFE-C60703029C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4090" y="2284511"/>
              <a:ext cx="1760590" cy="17605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9944D1C2-5A77-4EE5-936D-CC91B844D1DE}"/>
              </a:ext>
            </a:extLst>
          </p:cNvPr>
          <p:cNvGrpSpPr/>
          <p:nvPr/>
        </p:nvGrpSpPr>
        <p:grpSpPr>
          <a:xfrm>
            <a:off x="6657984" y="1717270"/>
            <a:ext cx="2544097" cy="3732357"/>
            <a:chOff x="6657984" y="1717270"/>
            <a:chExt cx="2544097" cy="3732357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C56951AD-4FEF-31EF-20E3-443AF3A31A7D}"/>
                </a:ext>
              </a:extLst>
            </p:cNvPr>
            <p:cNvGrpSpPr/>
            <p:nvPr/>
          </p:nvGrpSpPr>
          <p:grpSpPr>
            <a:xfrm>
              <a:off x="6657984" y="1717270"/>
              <a:ext cx="2544097" cy="3732357"/>
              <a:chOff x="1041394" y="1667282"/>
              <a:chExt cx="3156980" cy="3732357"/>
            </a:xfrm>
          </p:grpSpPr>
          <p:sp>
            <p:nvSpPr>
              <p:cNvPr id="29" name="Прямоугольник: скругленные углы 28">
                <a:extLst>
                  <a:ext uri="{FF2B5EF4-FFF2-40B4-BE49-F238E27FC236}">
                    <a16:creationId xmlns:a16="http://schemas.microsoft.com/office/drawing/2014/main" id="{9CCD54FC-01B4-DA7C-0B0D-C24CFC60A382}"/>
                  </a:ext>
                </a:extLst>
              </p:cNvPr>
              <p:cNvSpPr/>
              <p:nvPr/>
            </p:nvSpPr>
            <p:spPr>
              <a:xfrm>
                <a:off x="1041394" y="1667282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39969A3-1104-B7DA-0ACB-E9D642977611}"/>
                  </a:ext>
                </a:extLst>
              </p:cNvPr>
              <p:cNvSpPr txBox="1"/>
              <p:nvPr/>
            </p:nvSpPr>
            <p:spPr>
              <a:xfrm>
                <a:off x="1041394" y="4418731"/>
                <a:ext cx="31249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latin typeface="Comfortaa Medium" pitchFamily="2" charset="0"/>
                  </a:rPr>
                  <a:t>Расширение</a:t>
                </a:r>
              </a:p>
            </p:txBody>
          </p:sp>
        </p:grpSp>
        <p:pic>
          <p:nvPicPr>
            <p:cNvPr id="4108" name="Picture 12" descr="Значок расширения Символ вектора расширения Простой черный значок  увеличения | Премиум вектор">
              <a:extLst>
                <a:ext uri="{FF2B5EF4-FFF2-40B4-BE49-F238E27FC236}">
                  <a16:creationId xmlns:a16="http://schemas.microsoft.com/office/drawing/2014/main" id="{D2676F6E-FE8E-4681-A7BF-2E50725396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5706" y="2230480"/>
              <a:ext cx="1868652" cy="18686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11A99480-9063-F93E-9C84-EE15662BE76B}"/>
              </a:ext>
            </a:extLst>
          </p:cNvPr>
          <p:cNvGrpSpPr/>
          <p:nvPr/>
        </p:nvGrpSpPr>
        <p:grpSpPr>
          <a:xfrm>
            <a:off x="9461237" y="1721372"/>
            <a:ext cx="2518287" cy="3732357"/>
            <a:chOff x="9461237" y="1721372"/>
            <a:chExt cx="2518287" cy="3732357"/>
          </a:xfrm>
        </p:grpSpPr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2B2FB407-8656-C708-9628-EDB011C815FE}"/>
                </a:ext>
              </a:extLst>
            </p:cNvPr>
            <p:cNvGrpSpPr/>
            <p:nvPr/>
          </p:nvGrpSpPr>
          <p:grpSpPr>
            <a:xfrm>
              <a:off x="9461237" y="1721372"/>
              <a:ext cx="2518287" cy="3732357"/>
              <a:chOff x="1041394" y="1667282"/>
              <a:chExt cx="3156980" cy="3732357"/>
            </a:xfrm>
          </p:grpSpPr>
          <p:sp>
            <p:nvSpPr>
              <p:cNvPr id="41" name="Прямоугольник: скругленные углы 40">
                <a:extLst>
                  <a:ext uri="{FF2B5EF4-FFF2-40B4-BE49-F238E27FC236}">
                    <a16:creationId xmlns:a16="http://schemas.microsoft.com/office/drawing/2014/main" id="{B95AF9D4-EDC3-59ED-A483-A44010E06A68}"/>
                  </a:ext>
                </a:extLst>
              </p:cNvPr>
              <p:cNvSpPr/>
              <p:nvPr/>
            </p:nvSpPr>
            <p:spPr>
              <a:xfrm>
                <a:off x="1041394" y="1667282"/>
                <a:ext cx="3156980" cy="3732357"/>
              </a:xfrm>
              <a:prstGeom prst="roundRect">
                <a:avLst>
                  <a:gd name="adj" fmla="val 4689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C2C9C01-DA66-3821-6207-B0D5B9E482D1}"/>
                  </a:ext>
                </a:extLst>
              </p:cNvPr>
              <p:cNvSpPr txBox="1"/>
              <p:nvPr/>
            </p:nvSpPr>
            <p:spPr>
              <a:xfrm>
                <a:off x="1041394" y="4418731"/>
                <a:ext cx="31569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dirty="0">
                    <a:latin typeface="Comfortaa Medium" pitchFamily="2" charset="0"/>
                  </a:rPr>
                  <a:t>Удобство</a:t>
                </a:r>
              </a:p>
            </p:txBody>
          </p:sp>
        </p:grpSp>
        <p:pic>
          <p:nvPicPr>
            <p:cNvPr id="50" name="Picture 22" descr="Диван – Бесплатные иконки: мебель и дом">
              <a:extLst>
                <a:ext uri="{FF2B5EF4-FFF2-40B4-BE49-F238E27FC236}">
                  <a16:creationId xmlns:a16="http://schemas.microsoft.com/office/drawing/2014/main" id="{AA8D93C2-9AFF-9532-825A-F97EAD03F0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2220" y="2196646"/>
              <a:ext cx="1936320" cy="1936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7500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1C3C3-0077-AE1D-E5AC-241A664F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52EF1444-38C3-63CD-B542-F451150A0E00}"/>
              </a:ext>
            </a:extLst>
          </p:cNvPr>
          <p:cNvSpPr/>
          <p:nvPr/>
        </p:nvSpPr>
        <p:spPr>
          <a:xfrm>
            <a:off x="0" y="0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B6B3E1B2-2F8E-F12D-D273-FEBA9978C34E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6D33B6DA-B0B4-4E58-4069-2B2A930DF680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60" name="Прямоугольник: скругленные углы 59">
                <a:extLst>
                  <a:ext uri="{FF2B5EF4-FFF2-40B4-BE49-F238E27FC236}">
                    <a16:creationId xmlns:a16="http://schemas.microsoft.com/office/drawing/2014/main" id="{AD8B2754-1AEB-9ED1-0FC7-814707174E8F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61" name="Рисунок 60">
                <a:extLst>
                  <a:ext uri="{FF2B5EF4-FFF2-40B4-BE49-F238E27FC236}">
                    <a16:creationId xmlns:a16="http://schemas.microsoft.com/office/drawing/2014/main" id="{B443EF93-234A-2FF4-D1E0-C6B9053004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59" name="Прямая соединительная линия 58">
              <a:extLst>
                <a:ext uri="{FF2B5EF4-FFF2-40B4-BE49-F238E27FC236}">
                  <a16:creationId xmlns:a16="http://schemas.microsoft.com/office/drawing/2014/main" id="{2CBF6736-DCBD-C993-1769-072D41536B1F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0425D387-9444-9F67-AAD2-EF221B23AA9F}"/>
              </a:ext>
            </a:extLst>
          </p:cNvPr>
          <p:cNvSpPr/>
          <p:nvPr/>
        </p:nvSpPr>
        <p:spPr>
          <a:xfrm>
            <a:off x="190500" y="4658151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955A1619-5936-1E58-9DB3-BE1BE787AD51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64" name="Рисунок 63">
              <a:extLst>
                <a:ext uri="{FF2B5EF4-FFF2-40B4-BE49-F238E27FC236}">
                  <a16:creationId xmlns:a16="http://schemas.microsoft.com/office/drawing/2014/main" id="{F40524E4-3BF3-69CF-D8E9-E9314CF15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65" name="Рисунок 64">
              <a:extLst>
                <a:ext uri="{FF2B5EF4-FFF2-40B4-BE49-F238E27FC236}">
                  <a16:creationId xmlns:a16="http://schemas.microsoft.com/office/drawing/2014/main" id="{EF765F53-1A42-CA6E-0ED2-B86F71D14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66" name="Рисунок 65">
              <a:extLst>
                <a:ext uri="{FF2B5EF4-FFF2-40B4-BE49-F238E27FC236}">
                  <a16:creationId xmlns:a16="http://schemas.microsoft.com/office/drawing/2014/main" id="{953AD414-7A0E-4220-32DC-0D95BA3FD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67" name="Рисунок 66">
              <a:extLst>
                <a:ext uri="{FF2B5EF4-FFF2-40B4-BE49-F238E27FC236}">
                  <a16:creationId xmlns:a16="http://schemas.microsoft.com/office/drawing/2014/main" id="{B148EA14-E3E4-68D6-3040-8AC62F60A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68" name="Рисунок 67">
              <a:extLst>
                <a:ext uri="{FF2B5EF4-FFF2-40B4-BE49-F238E27FC236}">
                  <a16:creationId xmlns:a16="http://schemas.microsoft.com/office/drawing/2014/main" id="{6A32D3B5-340B-3690-E0DE-402994AAE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6378F747-F03D-F9AC-4F67-4DAEAA8DB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70" name="Рисунок 69">
              <a:extLst>
                <a:ext uri="{FF2B5EF4-FFF2-40B4-BE49-F238E27FC236}">
                  <a16:creationId xmlns:a16="http://schemas.microsoft.com/office/drawing/2014/main" id="{83E23C14-C055-907D-D8DB-2D24E0DC6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71" name="Рисунок 70">
              <a:extLst>
                <a:ext uri="{FF2B5EF4-FFF2-40B4-BE49-F238E27FC236}">
                  <a16:creationId xmlns:a16="http://schemas.microsoft.com/office/drawing/2014/main" id="{656909B1-7D2C-110F-C6E1-302111A89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72" name="Рисунок 71">
              <a:extLst>
                <a:ext uri="{FF2B5EF4-FFF2-40B4-BE49-F238E27FC236}">
                  <a16:creationId xmlns:a16="http://schemas.microsoft.com/office/drawing/2014/main" id="{3CE8AF64-8984-88B7-7C33-03ACF3CCE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AB0061F-BE6E-AE34-0B5E-F731ABC2BC85}"/>
              </a:ext>
            </a:extLst>
          </p:cNvPr>
          <p:cNvGrpSpPr/>
          <p:nvPr/>
        </p:nvGrpSpPr>
        <p:grpSpPr>
          <a:xfrm>
            <a:off x="861468" y="106931"/>
            <a:ext cx="11206162" cy="786262"/>
            <a:chOff x="883444" y="90039"/>
            <a:chExt cx="11206162" cy="786262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90862BC6-CEE1-63FB-3A2E-3BB9920A453F}"/>
                </a:ext>
              </a:extLst>
            </p:cNvPr>
            <p:cNvSpPr/>
            <p:nvPr/>
          </p:nvSpPr>
          <p:spPr>
            <a:xfrm>
              <a:off x="883444" y="90039"/>
              <a:ext cx="11206162" cy="786262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92D4BA-6AB7-88E0-741A-61FDB63687D6}"/>
                </a:ext>
              </a:extLst>
            </p:cNvPr>
            <p:cNvSpPr txBox="1"/>
            <p:nvPr/>
          </p:nvSpPr>
          <p:spPr>
            <a:xfrm>
              <a:off x="11013826" y="221560"/>
              <a:ext cx="98767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2800" dirty="0">
                  <a:latin typeface="Comfortaa Medium" pitchFamily="2" charset="0"/>
                </a:rPr>
                <a:t>10/11</a:t>
              </a:r>
            </a:p>
          </p:txBody>
        </p:sp>
      </p:grp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0CEC60D4-0CAA-05CF-C9C5-D87E1C2CC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4" y="228389"/>
            <a:ext cx="10066797" cy="50956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Comfortaa Medium" pitchFamily="2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18902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386C5-3FA0-8597-300C-56A3A49C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9B52B7A1-5536-3368-1FC6-FA2156E5FA99}"/>
              </a:ext>
            </a:extLst>
          </p:cNvPr>
          <p:cNvSpPr/>
          <p:nvPr/>
        </p:nvSpPr>
        <p:spPr>
          <a:xfrm>
            <a:off x="-1" y="-4281"/>
            <a:ext cx="76200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259D605-D79B-BBAF-ED9F-612B2856AA62}"/>
              </a:ext>
            </a:extLst>
          </p:cNvPr>
          <p:cNvSpPr/>
          <p:nvPr/>
        </p:nvSpPr>
        <p:spPr>
          <a:xfrm>
            <a:off x="1041394" y="6188619"/>
            <a:ext cx="10960105" cy="560572"/>
          </a:xfrm>
          <a:prstGeom prst="roundRect">
            <a:avLst>
              <a:gd name="adj" fmla="val 468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A8AA589-064A-6E80-6ABD-AC2FE43C0A29}"/>
              </a:ext>
            </a:extLst>
          </p:cNvPr>
          <p:cNvSpPr/>
          <p:nvPr/>
        </p:nvSpPr>
        <p:spPr>
          <a:xfrm>
            <a:off x="1041394" y="2425796"/>
            <a:ext cx="10960105" cy="1107666"/>
          </a:xfrm>
          <a:prstGeom prst="roundRect">
            <a:avLst>
              <a:gd name="adj" fmla="val 468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7B9EFBB-FC6D-A943-3BD0-5C3D8EB5568E}"/>
              </a:ext>
            </a:extLst>
          </p:cNvPr>
          <p:cNvSpPr/>
          <p:nvPr/>
        </p:nvSpPr>
        <p:spPr>
          <a:xfrm>
            <a:off x="1041394" y="13983"/>
            <a:ext cx="10960105" cy="2202153"/>
          </a:xfrm>
          <a:prstGeom prst="roundRect">
            <a:avLst>
              <a:gd name="adj" fmla="val 468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8B96E-7226-0466-04E1-1E93BF15E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9446" y="108808"/>
            <a:ext cx="9144000" cy="1892300"/>
          </a:xfrm>
        </p:spPr>
        <p:txBody>
          <a:bodyPr>
            <a:normAutofit fontScale="90000"/>
          </a:bodyPr>
          <a:lstStyle/>
          <a:p>
            <a:r>
              <a:rPr lang="ru-RU" sz="1800" dirty="0"/>
              <a:t>ФЕДЕРАЛЬНОЕ ГОСУДАРСТВЕННОЕ БЮДЖЕТНОЕ ОБРАЗОВАТЕЛЬНОЕ</a:t>
            </a:r>
            <a:br>
              <a:rPr lang="ru-RU" sz="1800" dirty="0"/>
            </a:br>
            <a:r>
              <a:rPr lang="ru-RU" sz="1800" dirty="0"/>
              <a:t>УЧРЕЖДЕНИЕ ВЫСШЕГО ОБРАЗОВАНИЯ</a:t>
            </a:r>
            <a:br>
              <a:rPr lang="ru-RU" sz="1800" dirty="0"/>
            </a:br>
            <a:r>
              <a:rPr lang="ru-RU" sz="1800" dirty="0"/>
              <a:t>«САНКТ-ПЕТЕРБУРГСКИЙ ГОСУДАРСТВЕННЫЙ УНИВЕРСИТЕТ</a:t>
            </a:r>
            <a:br>
              <a:rPr lang="ru-RU" sz="1800" dirty="0"/>
            </a:br>
            <a:r>
              <a:rPr lang="ru-RU" sz="1800" dirty="0"/>
              <a:t>ТЕЛЕКОММУНИКАЦИЙ ИМ. ПРОФ. М.А. БОНЧ-БРУЕВИЧА»</a:t>
            </a:r>
            <a:br>
              <a:rPr lang="ru-RU" sz="1800" dirty="0"/>
            </a:br>
            <a:r>
              <a:rPr lang="ru-RU" sz="1800" dirty="0"/>
              <a:t>(СПбГУТ)</a:t>
            </a:r>
            <a:br>
              <a:rPr lang="ru-RU" sz="1800" dirty="0"/>
            </a:br>
            <a:r>
              <a:rPr lang="ru-RU" sz="1800" dirty="0"/>
              <a:t>АРХАНГЕЛЬСКИЙ КОЛЛЕДЖ ТЕЛЕКОММУНИКАЦИЙ</a:t>
            </a:r>
            <a:br>
              <a:rPr lang="ru-RU" sz="1800" dirty="0"/>
            </a:br>
            <a:r>
              <a:rPr lang="ru-RU" sz="1800" dirty="0"/>
              <a:t>ИМ. Б.Л. РОЗИНГА (ФИЛИАЛ) СПбГУТ</a:t>
            </a:r>
            <a:br>
              <a:rPr lang="ru-RU" sz="1800" dirty="0"/>
            </a:br>
            <a:r>
              <a:rPr lang="ru-RU" sz="1800" dirty="0"/>
              <a:t>(АКТ (ф) СПбГУТ)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A9E6E1-FD07-1FB0-597E-F06EB1446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9445" y="2534539"/>
            <a:ext cx="9144000" cy="890180"/>
          </a:xfrm>
        </p:spPr>
        <p:txBody>
          <a:bodyPr>
            <a:normAutofit fontScale="92500" lnSpcReduction="10000"/>
          </a:bodyPr>
          <a:lstStyle/>
          <a:p>
            <a:r>
              <a:rPr lang="ru-RU" sz="3200" dirty="0"/>
              <a:t>КУРСОВОЙ ПРОЕКТ</a:t>
            </a:r>
          </a:p>
          <a:p>
            <a:r>
              <a:rPr lang="ru-RU" dirty="0"/>
              <a:t>УЧЕТ НОМЕРНОГО ФОНДА СТУДЕНЧЕСКОГО ОБЩЕЖИТИЯ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E00C9-CBE1-F8E9-855E-FC72F125048F}"/>
              </a:ext>
            </a:extLst>
          </p:cNvPr>
          <p:cNvSpPr txBox="1"/>
          <p:nvPr/>
        </p:nvSpPr>
        <p:spPr>
          <a:xfrm>
            <a:off x="3473446" y="62842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Архангельск, 2025</a:t>
            </a: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47B27502-B663-3079-12C5-1C65CE1963B1}"/>
              </a:ext>
            </a:extLst>
          </p:cNvPr>
          <p:cNvGrpSpPr/>
          <p:nvPr/>
        </p:nvGrpSpPr>
        <p:grpSpPr>
          <a:xfrm>
            <a:off x="102394" y="190499"/>
            <a:ext cx="557212" cy="532449"/>
            <a:chOff x="102394" y="190499"/>
            <a:chExt cx="557212" cy="532449"/>
          </a:xfrm>
        </p:grpSpPr>
        <p:grpSp>
          <p:nvGrpSpPr>
            <p:cNvPr id="46" name="Группа 45">
              <a:extLst>
                <a:ext uri="{FF2B5EF4-FFF2-40B4-BE49-F238E27FC236}">
                  <a16:creationId xmlns:a16="http://schemas.microsoft.com/office/drawing/2014/main" id="{D17199FB-3A9E-A640-B8F4-46A790585344}"/>
                </a:ext>
              </a:extLst>
            </p:cNvPr>
            <p:cNvGrpSpPr/>
            <p:nvPr/>
          </p:nvGrpSpPr>
          <p:grpSpPr>
            <a:xfrm>
              <a:off x="190500" y="190499"/>
              <a:ext cx="381000" cy="381000"/>
              <a:chOff x="190500" y="190499"/>
              <a:chExt cx="381000" cy="381000"/>
            </a:xfrm>
          </p:grpSpPr>
          <p:sp>
            <p:nvSpPr>
              <p:cNvPr id="21" name="Прямоугольник: скругленные углы 20">
                <a:extLst>
                  <a:ext uri="{FF2B5EF4-FFF2-40B4-BE49-F238E27FC236}">
                    <a16:creationId xmlns:a16="http://schemas.microsoft.com/office/drawing/2014/main" id="{EC2EF9F9-862D-4A5C-0171-E04C08930345}"/>
                  </a:ext>
                </a:extLst>
              </p:cNvPr>
              <p:cNvSpPr/>
              <p:nvPr/>
            </p:nvSpPr>
            <p:spPr>
              <a:xfrm>
                <a:off x="190500" y="190499"/>
                <a:ext cx="381000" cy="381000"/>
              </a:xfrm>
              <a:prstGeom prst="roundRect">
                <a:avLst/>
              </a:prstGeom>
              <a:solidFill>
                <a:srgbClr val="FFB951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20" name="Рисунок 19">
                <a:extLst>
                  <a:ext uri="{FF2B5EF4-FFF2-40B4-BE49-F238E27FC236}">
                    <a16:creationId xmlns:a16="http://schemas.microsoft.com/office/drawing/2014/main" id="{759BA008-8F6A-FE25-BFDD-239F1E1D9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937" y="261936"/>
                <a:ext cx="238126" cy="238126"/>
              </a:xfrm>
              <a:prstGeom prst="rect">
                <a:avLst/>
              </a:prstGeom>
              <a:ln>
                <a:noFill/>
              </a:ln>
            </p:spPr>
          </p:pic>
        </p:grp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FF1AA469-F92A-B293-57C5-C97B66E7C08B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4" y="722948"/>
              <a:ext cx="55721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339DDBDB-9DAA-1C71-1501-E257B106DA01}"/>
              </a:ext>
            </a:extLst>
          </p:cNvPr>
          <p:cNvSpPr/>
          <p:nvPr/>
        </p:nvSpPr>
        <p:spPr>
          <a:xfrm>
            <a:off x="190500" y="895339"/>
            <a:ext cx="381000" cy="381000"/>
          </a:xfrm>
          <a:prstGeom prst="roundRect">
            <a:avLst/>
          </a:prstGeom>
          <a:solidFill>
            <a:srgbClr val="FFB95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A0F0F461-4790-994C-CFB7-045969A680E7}"/>
              </a:ext>
            </a:extLst>
          </p:cNvPr>
          <p:cNvGrpSpPr/>
          <p:nvPr/>
        </p:nvGrpSpPr>
        <p:grpSpPr>
          <a:xfrm>
            <a:off x="279395" y="984234"/>
            <a:ext cx="203210" cy="3966022"/>
            <a:chOff x="279395" y="984234"/>
            <a:chExt cx="203210" cy="3966022"/>
          </a:xfrm>
        </p:grpSpPr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2191808E-7114-7FC6-FC64-FDB1339E9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984234"/>
              <a:ext cx="203210" cy="203210"/>
            </a:xfrm>
            <a:prstGeom prst="rect">
              <a:avLst/>
            </a:prstGeom>
          </p:spPr>
        </p:pic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4AFB919E-3F47-24C5-52A1-C33E11F4E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456731"/>
              <a:ext cx="203210" cy="203210"/>
            </a:xfrm>
            <a:prstGeom prst="rect">
              <a:avLst/>
            </a:prstGeom>
          </p:spPr>
        </p:pic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A62649BD-7DA2-8958-D27B-C37F56BC9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802516"/>
              <a:ext cx="203210" cy="203210"/>
            </a:xfrm>
            <a:prstGeom prst="rect">
              <a:avLst/>
            </a:prstGeom>
          </p:spPr>
        </p:pic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D2FF60E4-78B0-C5EB-0FBE-194038A44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857986"/>
              <a:ext cx="203210" cy="203210"/>
            </a:xfrm>
            <a:prstGeom prst="rect">
              <a:avLst/>
            </a:prstGeom>
          </p:spPr>
        </p:pic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1EEAEB0B-2F49-2523-5CE9-92C59EC6A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2393491"/>
              <a:ext cx="203210" cy="203210"/>
            </a:xfrm>
            <a:prstGeom prst="rect">
              <a:avLst/>
            </a:prstGeom>
          </p:spPr>
        </p:pic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CE60D094-E255-D402-55C8-0412711C5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3330251"/>
              <a:ext cx="203210" cy="203210"/>
            </a:xfrm>
            <a:prstGeom prst="rect">
              <a:avLst/>
            </a:prstGeom>
          </p:spPr>
        </p:pic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DC2C6D25-0728-D27C-2998-8D3E6EE7A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274781"/>
              <a:ext cx="203210" cy="203210"/>
            </a:xfrm>
            <a:prstGeom prst="rect">
              <a:avLst/>
            </a:prstGeom>
          </p:spPr>
        </p:pic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3EC92D17-5466-BC08-7E59-BA8D63491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1925227"/>
              <a:ext cx="203210" cy="203210"/>
            </a:xfrm>
            <a:prstGeom prst="rect">
              <a:avLst/>
            </a:prstGeom>
          </p:spPr>
        </p:pic>
        <p:pic>
          <p:nvPicPr>
            <p:cNvPr id="43" name="Рисунок 42">
              <a:extLst>
                <a:ext uri="{FF2B5EF4-FFF2-40B4-BE49-F238E27FC236}">
                  <a16:creationId xmlns:a16="http://schemas.microsoft.com/office/drawing/2014/main" id="{C788C27E-679F-DC50-A35D-306AF8F54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395" y="4747046"/>
              <a:ext cx="203210" cy="203210"/>
            </a:xfrm>
            <a:prstGeom prst="rect">
              <a:avLst/>
            </a:prstGeom>
          </p:spPr>
        </p:pic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45B83577-4423-EBDB-AEBA-E002CC48FAE2}"/>
              </a:ext>
            </a:extLst>
          </p:cNvPr>
          <p:cNvGrpSpPr/>
          <p:nvPr/>
        </p:nvGrpSpPr>
        <p:grpSpPr>
          <a:xfrm>
            <a:off x="1041393" y="3810289"/>
            <a:ext cx="10960105" cy="936757"/>
            <a:chOff x="1041393" y="3810289"/>
            <a:chExt cx="10960105" cy="936757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692223D9-0EA9-7AB5-FBBE-94F3A097ACC0}"/>
                </a:ext>
              </a:extLst>
            </p:cNvPr>
            <p:cNvSpPr/>
            <p:nvPr/>
          </p:nvSpPr>
          <p:spPr>
            <a:xfrm>
              <a:off x="1041393" y="3810289"/>
              <a:ext cx="10960105" cy="936757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D419E4-3024-2398-CA3A-64B33290224B}"/>
                </a:ext>
              </a:extLst>
            </p:cNvPr>
            <p:cNvSpPr txBox="1"/>
            <p:nvPr/>
          </p:nvSpPr>
          <p:spPr>
            <a:xfrm>
              <a:off x="1823834" y="3951615"/>
              <a:ext cx="42721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/>
                <a:t>Екимов Вячеслав Андреевич</a:t>
              </a:r>
            </a:p>
            <a:p>
              <a:r>
                <a: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Студент ИСПП-21</a:t>
              </a:r>
              <a:endParaRPr lang="en-US" dirty="0"/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AADD2C1E-19DB-BFB4-4872-5BEAF8853009}"/>
                </a:ext>
              </a:extLst>
            </p:cNvPr>
            <p:cNvSpPr/>
            <p:nvPr/>
          </p:nvSpPr>
          <p:spPr>
            <a:xfrm>
              <a:off x="1217220" y="3999274"/>
              <a:ext cx="558787" cy="558787"/>
            </a:xfrm>
            <a:prstGeom prst="ellipse">
              <a:avLst/>
            </a:prstGeom>
            <a:solidFill>
              <a:srgbClr val="FFA7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4AC184-97A1-09BB-FA57-7DC4F6405745}"/>
                </a:ext>
              </a:extLst>
            </p:cNvPr>
            <p:cNvSpPr txBox="1"/>
            <p:nvPr/>
          </p:nvSpPr>
          <p:spPr>
            <a:xfrm>
              <a:off x="1169392" y="4047835"/>
              <a:ext cx="65444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2400" dirty="0">
                  <a:solidFill>
                    <a:schemeClr val="bg1"/>
                  </a:solidFill>
                </a:rPr>
                <a:t>ЕВ</a:t>
              </a: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687226C-1213-A9AF-8E74-C06102A7EC7E}"/>
              </a:ext>
            </a:extLst>
          </p:cNvPr>
          <p:cNvGrpSpPr/>
          <p:nvPr/>
        </p:nvGrpSpPr>
        <p:grpSpPr>
          <a:xfrm>
            <a:off x="1041393" y="4984592"/>
            <a:ext cx="10960105" cy="936757"/>
            <a:chOff x="1041393" y="3810289"/>
            <a:chExt cx="10960105" cy="936757"/>
          </a:xfrm>
        </p:grpSpPr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75955B45-9E31-2F2B-8C07-E124D54BF85E}"/>
                </a:ext>
              </a:extLst>
            </p:cNvPr>
            <p:cNvSpPr/>
            <p:nvPr/>
          </p:nvSpPr>
          <p:spPr>
            <a:xfrm>
              <a:off x="1041393" y="3810289"/>
              <a:ext cx="10960105" cy="936757"/>
            </a:xfrm>
            <a:prstGeom prst="roundRect">
              <a:avLst>
                <a:gd name="adj" fmla="val 468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E7E9074-430A-933C-5DAA-0AB35224E746}"/>
                </a:ext>
              </a:extLst>
            </p:cNvPr>
            <p:cNvSpPr txBox="1"/>
            <p:nvPr/>
          </p:nvSpPr>
          <p:spPr>
            <a:xfrm>
              <a:off x="1823834" y="3951615"/>
              <a:ext cx="42721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/>
                <a:t>Маломан Юлия Сергеевна</a:t>
              </a:r>
            </a:p>
            <a:p>
              <a:r>
                <a: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Руководитель</a:t>
              </a:r>
              <a:endParaRPr lang="en-US" dirty="0"/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653993F3-A0E7-E989-DEEF-9F3ADA682F50}"/>
                </a:ext>
              </a:extLst>
            </p:cNvPr>
            <p:cNvSpPr/>
            <p:nvPr/>
          </p:nvSpPr>
          <p:spPr>
            <a:xfrm>
              <a:off x="1217221" y="3987648"/>
              <a:ext cx="558787" cy="558787"/>
            </a:xfrm>
            <a:prstGeom prst="ellipse">
              <a:avLst/>
            </a:prstGeom>
            <a:solidFill>
              <a:srgbClr val="FFA72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latin typeface="Bahnschrift" panose="020B0502040204020203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4405FE6-40EA-AE98-8FC5-2C272C0505A8}"/>
                </a:ext>
              </a:extLst>
            </p:cNvPr>
            <p:cNvSpPr txBox="1"/>
            <p:nvPr/>
          </p:nvSpPr>
          <p:spPr>
            <a:xfrm>
              <a:off x="1169394" y="4066986"/>
              <a:ext cx="6544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2000" dirty="0">
                  <a:solidFill>
                    <a:schemeClr val="bg1"/>
                  </a:solidFill>
                </a:rPr>
                <a:t>МЮ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8014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2307</TotalTime>
  <Words>227</Words>
  <Application>Microsoft Office PowerPoint</Application>
  <PresentationFormat>Широкоэкранный</PresentationFormat>
  <Paragraphs>55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Bahnschrift</vt:lpstr>
      <vt:lpstr>Comfortaa Medium</vt:lpstr>
      <vt:lpstr>Тема Office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Архитектура системы</vt:lpstr>
      <vt:lpstr>Демо</vt:lpstr>
      <vt:lpstr>Преимущества проекта</vt:lpstr>
      <vt:lpstr>Заключение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Вячеслав Екимов</dc:creator>
  <cp:lastModifiedBy>Вячеслав Екимов</cp:lastModifiedBy>
  <cp:revision>70</cp:revision>
  <dcterms:created xsi:type="dcterms:W3CDTF">2025-11-25T06:59:53Z</dcterms:created>
  <dcterms:modified xsi:type="dcterms:W3CDTF">2025-12-03T23:36:57Z</dcterms:modified>
</cp:coreProperties>
</file>